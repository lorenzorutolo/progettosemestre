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39" r:id="rId1"/>
  </p:sldMasterIdLst>
  <p:notesMasterIdLst>
    <p:notesMasterId r:id="rId11"/>
  </p:notesMasterIdLst>
  <p:handoutMasterIdLst>
    <p:handoutMasterId r:id="rId12"/>
  </p:handoutMasterIdLst>
  <p:sldIdLst>
    <p:sldId id="268" r:id="rId2"/>
    <p:sldId id="266" r:id="rId3"/>
    <p:sldId id="269" r:id="rId4"/>
    <p:sldId id="273" r:id="rId5"/>
    <p:sldId id="270" r:id="rId6"/>
    <p:sldId id="271" r:id="rId7"/>
    <p:sldId id="272" r:id="rId8"/>
    <p:sldId id="275" r:id="rId9"/>
    <p:sldId id="274" r:id="rId10"/>
  </p:sldIdLst>
  <p:sldSz cx="9144000" cy="5143500" type="screen16x9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7BBC31"/>
    <a:srgbClr val="73B12B"/>
    <a:srgbClr val="6AA525"/>
    <a:srgbClr val="61A424"/>
    <a:srgbClr val="58A322"/>
    <a:srgbClr val="46A0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1" autoAdjust="0"/>
    <p:restoredTop sz="94635" autoAdjust="0"/>
  </p:normalViewPr>
  <p:slideViewPr>
    <p:cSldViewPr>
      <p:cViewPr>
        <p:scale>
          <a:sx n="115" d="100"/>
          <a:sy n="115" d="100"/>
        </p:scale>
        <p:origin x="1408" y="15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A7AE75-0476-574B-AA09-6F2F478FD701}" type="doc">
      <dgm:prSet loTypeId="urn:microsoft.com/office/officeart/2005/8/layout/vList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12428B0-2182-EE43-802E-980A13773010}">
      <dgm:prSet phldrT="[Text]"/>
      <dgm:spPr>
        <a:solidFill>
          <a:srgbClr val="46A01E"/>
        </a:solidFill>
      </dgm:spPr>
      <dgm:t>
        <a:bodyPr/>
        <a:lstStyle/>
        <a:p>
          <a:r>
            <a:rPr lang="en-GB" dirty="0" err="1"/>
            <a:t>Contesto</a:t>
          </a:r>
          <a:r>
            <a:rPr lang="en-GB" dirty="0"/>
            <a:t> e </a:t>
          </a:r>
          <a:r>
            <a:rPr lang="en-GB" dirty="0" err="1"/>
            <a:t>Motivazione</a:t>
          </a:r>
          <a:endParaRPr lang="en-GB" dirty="0"/>
        </a:p>
      </dgm:t>
    </dgm:pt>
    <dgm:pt modelId="{44BDDF78-447B-F54B-BA4C-11EDCF71A381}" type="parTrans" cxnId="{357C5714-D58E-524C-AE4E-DA0120D618F1}">
      <dgm:prSet/>
      <dgm:spPr/>
      <dgm:t>
        <a:bodyPr/>
        <a:lstStyle/>
        <a:p>
          <a:endParaRPr lang="en-GB"/>
        </a:p>
      </dgm:t>
    </dgm:pt>
    <dgm:pt modelId="{726318FE-D79E-7E42-988D-2A42010ADF0B}" type="sibTrans" cxnId="{357C5714-D58E-524C-AE4E-DA0120D618F1}">
      <dgm:prSet/>
      <dgm:spPr/>
      <dgm:t>
        <a:bodyPr/>
        <a:lstStyle/>
        <a:p>
          <a:endParaRPr lang="en-GB"/>
        </a:p>
      </dgm:t>
    </dgm:pt>
    <dgm:pt modelId="{CA297D3B-B492-3940-8FCA-CBA149942607}">
      <dgm:prSet phldrT="[Text]"/>
      <dgm:spPr>
        <a:solidFill>
          <a:srgbClr val="58A322"/>
        </a:solidFill>
      </dgm:spPr>
      <dgm:t>
        <a:bodyPr/>
        <a:lstStyle/>
        <a:p>
          <a:r>
            <a:rPr lang="en-GB" dirty="0" err="1"/>
            <a:t>Obbiettivo</a:t>
          </a:r>
          <a:endParaRPr lang="en-GB" dirty="0"/>
        </a:p>
      </dgm:t>
    </dgm:pt>
    <dgm:pt modelId="{3251D0AF-80B8-A047-B30C-EC5020A48052}" type="parTrans" cxnId="{CA57CF6A-314A-1D46-9554-D53A98D7760E}">
      <dgm:prSet/>
      <dgm:spPr/>
      <dgm:t>
        <a:bodyPr/>
        <a:lstStyle/>
        <a:p>
          <a:endParaRPr lang="en-GB"/>
        </a:p>
      </dgm:t>
    </dgm:pt>
    <dgm:pt modelId="{8E6652C2-C9F4-0349-8223-BFB37697181E}" type="sibTrans" cxnId="{CA57CF6A-314A-1D46-9554-D53A98D7760E}">
      <dgm:prSet/>
      <dgm:spPr/>
      <dgm:t>
        <a:bodyPr/>
        <a:lstStyle/>
        <a:p>
          <a:endParaRPr lang="en-GB"/>
        </a:p>
      </dgm:t>
    </dgm:pt>
    <dgm:pt modelId="{2DE3E10C-D72F-7B4C-AE2B-3FE8F124C95A}">
      <dgm:prSet phldrT="[Text]"/>
      <dgm:spPr>
        <a:solidFill>
          <a:srgbClr val="61A424"/>
        </a:solidFill>
      </dgm:spPr>
      <dgm:t>
        <a:bodyPr/>
        <a:lstStyle/>
        <a:p>
          <a:r>
            <a:rPr lang="en-GB" dirty="0" err="1"/>
            <a:t>Problemi</a:t>
          </a:r>
          <a:endParaRPr lang="en-GB" dirty="0"/>
        </a:p>
      </dgm:t>
    </dgm:pt>
    <dgm:pt modelId="{784A0237-5093-3148-B872-372294A5D6F2}" type="parTrans" cxnId="{64F761C0-E4FA-7D43-8F65-087CE1EFABE8}">
      <dgm:prSet/>
      <dgm:spPr/>
      <dgm:t>
        <a:bodyPr/>
        <a:lstStyle/>
        <a:p>
          <a:endParaRPr lang="en-GB"/>
        </a:p>
      </dgm:t>
    </dgm:pt>
    <dgm:pt modelId="{94FBFFAF-9DE0-154E-BFAB-6172F171FBFC}" type="sibTrans" cxnId="{64F761C0-E4FA-7D43-8F65-087CE1EFABE8}">
      <dgm:prSet/>
      <dgm:spPr/>
      <dgm:t>
        <a:bodyPr/>
        <a:lstStyle/>
        <a:p>
          <a:endParaRPr lang="en-GB"/>
        </a:p>
      </dgm:t>
    </dgm:pt>
    <dgm:pt modelId="{568C78F9-C35A-A14E-9821-A3D78CFB2934}">
      <dgm:prSet/>
      <dgm:spPr>
        <a:solidFill>
          <a:srgbClr val="6AA525"/>
        </a:solidFill>
      </dgm:spPr>
      <dgm:t>
        <a:bodyPr/>
        <a:lstStyle/>
        <a:p>
          <a:r>
            <a:rPr lang="en-GB" dirty="0"/>
            <a:t>Stato dell’arte</a:t>
          </a:r>
        </a:p>
      </dgm:t>
    </dgm:pt>
    <dgm:pt modelId="{A63D79F8-F5B5-2C4F-A017-A9A65BD9DDDD}" type="parTrans" cxnId="{6A85E54F-58C6-4647-B919-C14FB80F1FF5}">
      <dgm:prSet/>
      <dgm:spPr/>
      <dgm:t>
        <a:bodyPr/>
        <a:lstStyle/>
        <a:p>
          <a:endParaRPr lang="en-GB"/>
        </a:p>
      </dgm:t>
    </dgm:pt>
    <dgm:pt modelId="{EAB264E4-6AD6-5D41-A46A-4AB73D1FCBB8}" type="sibTrans" cxnId="{6A85E54F-58C6-4647-B919-C14FB80F1FF5}">
      <dgm:prSet/>
      <dgm:spPr/>
      <dgm:t>
        <a:bodyPr/>
        <a:lstStyle/>
        <a:p>
          <a:endParaRPr lang="en-GB"/>
        </a:p>
      </dgm:t>
    </dgm:pt>
    <dgm:pt modelId="{13B2C432-C4FC-D44C-8FF5-ED24902ADD08}">
      <dgm:prSet/>
      <dgm:spPr>
        <a:solidFill>
          <a:srgbClr val="73B12B"/>
        </a:solidFill>
      </dgm:spPr>
      <dgm:t>
        <a:bodyPr/>
        <a:lstStyle/>
        <a:p>
          <a:r>
            <a:rPr lang="en-GB" dirty="0" err="1"/>
            <a:t>Approccio</a:t>
          </a:r>
          <a:endParaRPr lang="en-GB" dirty="0"/>
        </a:p>
      </dgm:t>
    </dgm:pt>
    <dgm:pt modelId="{769C505A-2566-3040-80B5-CE3FF5DB4EE3}" type="parTrans" cxnId="{FAD9D88F-FBF4-A74D-A12A-C50515C0B91C}">
      <dgm:prSet/>
      <dgm:spPr/>
      <dgm:t>
        <a:bodyPr/>
        <a:lstStyle/>
        <a:p>
          <a:endParaRPr lang="en-GB"/>
        </a:p>
      </dgm:t>
    </dgm:pt>
    <dgm:pt modelId="{DDAA1F0A-ECA1-C24E-A2C6-761C9D0861C8}" type="sibTrans" cxnId="{FAD9D88F-FBF4-A74D-A12A-C50515C0B91C}">
      <dgm:prSet/>
      <dgm:spPr/>
      <dgm:t>
        <a:bodyPr/>
        <a:lstStyle/>
        <a:p>
          <a:endParaRPr lang="en-GB"/>
        </a:p>
      </dgm:t>
    </dgm:pt>
    <dgm:pt modelId="{4753B252-6A65-5F4A-8734-5CBB42DC366E}">
      <dgm:prSet/>
      <dgm:spPr>
        <a:solidFill>
          <a:srgbClr val="7BBC31"/>
        </a:solidFill>
      </dgm:spPr>
      <dgm:t>
        <a:bodyPr/>
        <a:lstStyle/>
        <a:p>
          <a:r>
            <a:rPr lang="en-GB" dirty="0" err="1"/>
            <a:t>Risultato</a:t>
          </a:r>
          <a:endParaRPr lang="en-GB" dirty="0"/>
        </a:p>
      </dgm:t>
    </dgm:pt>
    <dgm:pt modelId="{DFD48EE3-EBB1-DC49-9DB3-7BDC79288494}" type="parTrans" cxnId="{E48857CC-210E-304C-B7B5-1FE9216230DD}">
      <dgm:prSet/>
      <dgm:spPr/>
      <dgm:t>
        <a:bodyPr/>
        <a:lstStyle/>
        <a:p>
          <a:endParaRPr lang="en-GB"/>
        </a:p>
      </dgm:t>
    </dgm:pt>
    <dgm:pt modelId="{F695F43A-8C5A-764A-A333-4A81E5C6721F}" type="sibTrans" cxnId="{E48857CC-210E-304C-B7B5-1FE9216230DD}">
      <dgm:prSet/>
      <dgm:spPr/>
      <dgm:t>
        <a:bodyPr/>
        <a:lstStyle/>
        <a:p>
          <a:endParaRPr lang="en-GB"/>
        </a:p>
      </dgm:t>
    </dgm:pt>
    <dgm:pt modelId="{09DC5A73-DAD8-744A-BBEE-F90F6E5625BE}">
      <dgm:prSet/>
      <dgm:spPr>
        <a:solidFill>
          <a:schemeClr val="accent6"/>
        </a:solidFill>
      </dgm:spPr>
      <dgm:t>
        <a:bodyPr/>
        <a:lstStyle/>
        <a:p>
          <a:r>
            <a:rPr lang="en-GB" dirty="0" err="1"/>
            <a:t>Conclusioni</a:t>
          </a:r>
          <a:endParaRPr lang="en-GB" dirty="0"/>
        </a:p>
      </dgm:t>
    </dgm:pt>
    <dgm:pt modelId="{9F20319B-9D09-F541-A427-9D2B2B0ABB0F}" type="parTrans" cxnId="{B1F6E567-4D84-D045-8B88-9B8339374F78}">
      <dgm:prSet/>
      <dgm:spPr/>
      <dgm:t>
        <a:bodyPr/>
        <a:lstStyle/>
        <a:p>
          <a:endParaRPr lang="en-GB"/>
        </a:p>
      </dgm:t>
    </dgm:pt>
    <dgm:pt modelId="{98719CC5-A5AD-EE4D-A3F4-0847874471C7}" type="sibTrans" cxnId="{B1F6E567-4D84-D045-8B88-9B8339374F78}">
      <dgm:prSet/>
      <dgm:spPr/>
      <dgm:t>
        <a:bodyPr/>
        <a:lstStyle/>
        <a:p>
          <a:endParaRPr lang="en-GB"/>
        </a:p>
      </dgm:t>
    </dgm:pt>
    <dgm:pt modelId="{1E14DD05-72DC-444B-9BEE-0593C9B5AB8C}" type="pres">
      <dgm:prSet presAssocID="{26A7AE75-0476-574B-AA09-6F2F478FD701}" presName="linearFlow" presStyleCnt="0">
        <dgm:presLayoutVars>
          <dgm:dir/>
          <dgm:resizeHandles val="exact"/>
        </dgm:presLayoutVars>
      </dgm:prSet>
      <dgm:spPr/>
    </dgm:pt>
    <dgm:pt modelId="{BE3924EC-FCE2-1544-A1E7-55651C31AAD4}" type="pres">
      <dgm:prSet presAssocID="{B12428B0-2182-EE43-802E-980A13773010}" presName="composite" presStyleCnt="0"/>
      <dgm:spPr/>
    </dgm:pt>
    <dgm:pt modelId="{3921451E-7F44-7148-8564-DD0161AD58D7}" type="pres">
      <dgm:prSet presAssocID="{B12428B0-2182-EE43-802E-980A13773010}" presName="imgShp" presStyleLbl="fgImgPlace1" presStyleIdx="0" presStyleCnt="7" custLinFactX="-100000" custLinFactNeighborX="-175079" custLinFactNeighborY="-90"/>
      <dgm:spPr>
        <a:solidFill>
          <a:schemeClr val="accent6">
            <a:lumMod val="20000"/>
            <a:lumOff val="80000"/>
          </a:schemeClr>
        </a:solidFill>
      </dgm:spPr>
    </dgm:pt>
    <dgm:pt modelId="{67BCFC79-616B-4A47-83A6-5582B700891C}" type="pres">
      <dgm:prSet presAssocID="{B12428B0-2182-EE43-802E-980A13773010}" presName="txShp" presStyleLbl="node1" presStyleIdx="0" presStyleCnt="7" custScaleX="150376">
        <dgm:presLayoutVars>
          <dgm:bulletEnabled val="1"/>
        </dgm:presLayoutVars>
      </dgm:prSet>
      <dgm:spPr/>
    </dgm:pt>
    <dgm:pt modelId="{D86CB79A-06EE-904F-BDCF-74BE76332FE8}" type="pres">
      <dgm:prSet presAssocID="{726318FE-D79E-7E42-988D-2A42010ADF0B}" presName="spacing" presStyleCnt="0"/>
      <dgm:spPr/>
    </dgm:pt>
    <dgm:pt modelId="{B707F65D-5A3B-9347-A5EC-D2B55FA47346}" type="pres">
      <dgm:prSet presAssocID="{CA297D3B-B492-3940-8FCA-CBA149942607}" presName="composite" presStyleCnt="0"/>
      <dgm:spPr/>
    </dgm:pt>
    <dgm:pt modelId="{5E287AE0-B3FA-0E44-BC11-C841BAE2CDD2}" type="pres">
      <dgm:prSet presAssocID="{CA297D3B-B492-3940-8FCA-CBA149942607}" presName="imgShp" presStyleLbl="fgImgPlace1" presStyleIdx="1" presStyleCnt="7" custLinFactX="-100000" custLinFactNeighborX="-192670" custLinFactNeighborY="92"/>
      <dgm:spPr>
        <a:solidFill>
          <a:schemeClr val="accent6">
            <a:lumMod val="20000"/>
            <a:lumOff val="80000"/>
          </a:schemeClr>
        </a:solidFill>
      </dgm:spPr>
    </dgm:pt>
    <dgm:pt modelId="{F9462253-E1A8-734A-A481-5054139885B1}" type="pres">
      <dgm:prSet presAssocID="{CA297D3B-B492-3940-8FCA-CBA149942607}" presName="txShp" presStyleLbl="node1" presStyleIdx="1" presStyleCnt="7" custScaleX="150376" custScaleY="100256">
        <dgm:presLayoutVars>
          <dgm:bulletEnabled val="1"/>
        </dgm:presLayoutVars>
      </dgm:prSet>
      <dgm:spPr/>
    </dgm:pt>
    <dgm:pt modelId="{173D2260-5B6B-EC43-A5C0-4B4F815E7D1A}" type="pres">
      <dgm:prSet presAssocID="{8E6652C2-C9F4-0349-8223-BFB37697181E}" presName="spacing" presStyleCnt="0"/>
      <dgm:spPr/>
    </dgm:pt>
    <dgm:pt modelId="{BD09F5A7-5FA7-1643-A1C9-F3176F458A6B}" type="pres">
      <dgm:prSet presAssocID="{2DE3E10C-D72F-7B4C-AE2B-3FE8F124C95A}" presName="composite" presStyleCnt="0"/>
      <dgm:spPr/>
    </dgm:pt>
    <dgm:pt modelId="{4C50786B-B7A0-7847-90D2-9E082AAFCF33}" type="pres">
      <dgm:prSet presAssocID="{2DE3E10C-D72F-7B4C-AE2B-3FE8F124C95A}" presName="imgShp" presStyleLbl="fgImgPlace1" presStyleIdx="2" presStyleCnt="7" custLinFactX="-100000" custLinFactNeighborX="-192670" custLinFactNeighborY="92"/>
      <dgm:spPr>
        <a:solidFill>
          <a:schemeClr val="accent6">
            <a:lumMod val="20000"/>
            <a:lumOff val="80000"/>
          </a:schemeClr>
        </a:solidFill>
      </dgm:spPr>
    </dgm:pt>
    <dgm:pt modelId="{A17083A3-4A5E-2D43-8A6F-6059B514B65D}" type="pres">
      <dgm:prSet presAssocID="{2DE3E10C-D72F-7B4C-AE2B-3FE8F124C95A}" presName="txShp" presStyleLbl="node1" presStyleIdx="2" presStyleCnt="7" custScaleX="150376">
        <dgm:presLayoutVars>
          <dgm:bulletEnabled val="1"/>
        </dgm:presLayoutVars>
      </dgm:prSet>
      <dgm:spPr/>
    </dgm:pt>
    <dgm:pt modelId="{5AAFC7F4-B3FD-AD47-8789-DBDD4FD3F7B8}" type="pres">
      <dgm:prSet presAssocID="{94FBFFAF-9DE0-154E-BFAB-6172F171FBFC}" presName="spacing" presStyleCnt="0"/>
      <dgm:spPr/>
    </dgm:pt>
    <dgm:pt modelId="{821EA1C5-A0B2-7D41-AC4D-BB8262AE5A56}" type="pres">
      <dgm:prSet presAssocID="{568C78F9-C35A-A14E-9821-A3D78CFB2934}" presName="composite" presStyleCnt="0"/>
      <dgm:spPr/>
    </dgm:pt>
    <dgm:pt modelId="{1329C8F6-9AB5-6E42-8B22-1D9F87A0AD93}" type="pres">
      <dgm:prSet presAssocID="{568C78F9-C35A-A14E-9821-A3D78CFB2934}" presName="imgShp" presStyleLbl="fgImgPlace1" presStyleIdx="3" presStyleCnt="7" custLinFactX="-100000" custLinFactNeighborX="-192670" custLinFactNeighborY="92"/>
      <dgm:spPr>
        <a:solidFill>
          <a:schemeClr val="accent6">
            <a:lumMod val="20000"/>
            <a:lumOff val="80000"/>
          </a:schemeClr>
        </a:solidFill>
      </dgm:spPr>
    </dgm:pt>
    <dgm:pt modelId="{B45F0CEB-30D1-F74B-834A-A5905852DEB6}" type="pres">
      <dgm:prSet presAssocID="{568C78F9-C35A-A14E-9821-A3D78CFB2934}" presName="txShp" presStyleLbl="node1" presStyleIdx="3" presStyleCnt="7" custScaleX="150376">
        <dgm:presLayoutVars>
          <dgm:bulletEnabled val="1"/>
        </dgm:presLayoutVars>
      </dgm:prSet>
      <dgm:spPr/>
    </dgm:pt>
    <dgm:pt modelId="{538EBA98-9637-DC4D-9362-6B88A1997EA3}" type="pres">
      <dgm:prSet presAssocID="{EAB264E4-6AD6-5D41-A46A-4AB73D1FCBB8}" presName="spacing" presStyleCnt="0"/>
      <dgm:spPr/>
    </dgm:pt>
    <dgm:pt modelId="{015FE6EF-7894-4E4D-87C9-1D78F8487627}" type="pres">
      <dgm:prSet presAssocID="{13B2C432-C4FC-D44C-8FF5-ED24902ADD08}" presName="composite" presStyleCnt="0"/>
      <dgm:spPr/>
    </dgm:pt>
    <dgm:pt modelId="{68174192-DC14-B44E-8134-DC8F2915521D}" type="pres">
      <dgm:prSet presAssocID="{13B2C432-C4FC-D44C-8FF5-ED24902ADD08}" presName="imgShp" presStyleLbl="fgImgPlace1" presStyleIdx="4" presStyleCnt="7" custLinFactX="-100000" custLinFactNeighborX="-192670" custLinFactNeighborY="92"/>
      <dgm:spPr>
        <a:solidFill>
          <a:schemeClr val="accent6">
            <a:lumMod val="20000"/>
            <a:lumOff val="80000"/>
          </a:schemeClr>
        </a:solidFill>
      </dgm:spPr>
    </dgm:pt>
    <dgm:pt modelId="{F7C2925B-D97D-F641-A653-47CAD8E1C38F}" type="pres">
      <dgm:prSet presAssocID="{13B2C432-C4FC-D44C-8FF5-ED24902ADD08}" presName="txShp" presStyleLbl="node1" presStyleIdx="4" presStyleCnt="7" custScaleX="150376">
        <dgm:presLayoutVars>
          <dgm:bulletEnabled val="1"/>
        </dgm:presLayoutVars>
      </dgm:prSet>
      <dgm:spPr/>
    </dgm:pt>
    <dgm:pt modelId="{1460DDEB-70D3-934B-B8C7-0A60BFBF2D7A}" type="pres">
      <dgm:prSet presAssocID="{DDAA1F0A-ECA1-C24E-A2C6-761C9D0861C8}" presName="spacing" presStyleCnt="0"/>
      <dgm:spPr/>
    </dgm:pt>
    <dgm:pt modelId="{C594405A-C05D-3740-9D3D-445388FAD988}" type="pres">
      <dgm:prSet presAssocID="{4753B252-6A65-5F4A-8734-5CBB42DC366E}" presName="composite" presStyleCnt="0"/>
      <dgm:spPr/>
    </dgm:pt>
    <dgm:pt modelId="{92394F4F-528D-384C-B61D-61490A740255}" type="pres">
      <dgm:prSet presAssocID="{4753B252-6A65-5F4A-8734-5CBB42DC366E}" presName="imgShp" presStyleLbl="fgImgPlace1" presStyleIdx="5" presStyleCnt="7" custLinFactX="-100000" custLinFactNeighborX="-192670" custLinFactNeighborY="92"/>
      <dgm:spPr>
        <a:solidFill>
          <a:schemeClr val="accent6">
            <a:lumMod val="20000"/>
            <a:lumOff val="80000"/>
          </a:schemeClr>
        </a:solidFill>
      </dgm:spPr>
    </dgm:pt>
    <dgm:pt modelId="{5D925EB2-B21E-724D-A7BD-31301F182B83}" type="pres">
      <dgm:prSet presAssocID="{4753B252-6A65-5F4A-8734-5CBB42DC366E}" presName="txShp" presStyleLbl="node1" presStyleIdx="5" presStyleCnt="7" custScaleX="150376">
        <dgm:presLayoutVars>
          <dgm:bulletEnabled val="1"/>
        </dgm:presLayoutVars>
      </dgm:prSet>
      <dgm:spPr/>
    </dgm:pt>
    <dgm:pt modelId="{C981361A-2C19-9C49-985B-50CC11175B16}" type="pres">
      <dgm:prSet presAssocID="{F695F43A-8C5A-764A-A333-4A81E5C6721F}" presName="spacing" presStyleCnt="0"/>
      <dgm:spPr/>
    </dgm:pt>
    <dgm:pt modelId="{B125B05E-6F6C-244B-B801-BBDBF1FD9F4E}" type="pres">
      <dgm:prSet presAssocID="{09DC5A73-DAD8-744A-BBEE-F90F6E5625BE}" presName="composite" presStyleCnt="0"/>
      <dgm:spPr/>
    </dgm:pt>
    <dgm:pt modelId="{3B5A8344-2F5A-DE49-97B1-00D7C60CFA26}" type="pres">
      <dgm:prSet presAssocID="{09DC5A73-DAD8-744A-BBEE-F90F6E5625BE}" presName="imgShp" presStyleLbl="fgImgPlace1" presStyleIdx="6" presStyleCnt="7" custLinFactX="-100000" custLinFactNeighborX="-192670" custLinFactNeighborY="91"/>
      <dgm:spPr>
        <a:solidFill>
          <a:schemeClr val="accent6">
            <a:lumMod val="20000"/>
            <a:lumOff val="80000"/>
          </a:schemeClr>
        </a:solidFill>
      </dgm:spPr>
    </dgm:pt>
    <dgm:pt modelId="{C414799E-A0D9-6C41-99BF-D5053E4B3D14}" type="pres">
      <dgm:prSet presAssocID="{09DC5A73-DAD8-744A-BBEE-F90F6E5625BE}" presName="txShp" presStyleLbl="node1" presStyleIdx="6" presStyleCnt="7" custScaleX="150376">
        <dgm:presLayoutVars>
          <dgm:bulletEnabled val="1"/>
        </dgm:presLayoutVars>
      </dgm:prSet>
      <dgm:spPr/>
    </dgm:pt>
  </dgm:ptLst>
  <dgm:cxnLst>
    <dgm:cxn modelId="{97F72C08-DE69-6A43-90FF-95DFFE0BAD17}" type="presOf" srcId="{CA297D3B-B492-3940-8FCA-CBA149942607}" destId="{F9462253-E1A8-734A-A481-5054139885B1}" srcOrd="0" destOrd="0" presId="urn:microsoft.com/office/officeart/2005/8/layout/vList3"/>
    <dgm:cxn modelId="{357C5714-D58E-524C-AE4E-DA0120D618F1}" srcId="{26A7AE75-0476-574B-AA09-6F2F478FD701}" destId="{B12428B0-2182-EE43-802E-980A13773010}" srcOrd="0" destOrd="0" parTransId="{44BDDF78-447B-F54B-BA4C-11EDCF71A381}" sibTransId="{726318FE-D79E-7E42-988D-2A42010ADF0B}"/>
    <dgm:cxn modelId="{1315DF3B-30FE-144B-899F-BBCB9BB4A259}" type="presOf" srcId="{B12428B0-2182-EE43-802E-980A13773010}" destId="{67BCFC79-616B-4A47-83A6-5582B700891C}" srcOrd="0" destOrd="0" presId="urn:microsoft.com/office/officeart/2005/8/layout/vList3"/>
    <dgm:cxn modelId="{56BC8741-D63B-E74B-BB03-EBAD4EA3D97F}" type="presOf" srcId="{2DE3E10C-D72F-7B4C-AE2B-3FE8F124C95A}" destId="{A17083A3-4A5E-2D43-8A6F-6059B514B65D}" srcOrd="0" destOrd="0" presId="urn:microsoft.com/office/officeart/2005/8/layout/vList3"/>
    <dgm:cxn modelId="{6A85E54F-58C6-4647-B919-C14FB80F1FF5}" srcId="{26A7AE75-0476-574B-AA09-6F2F478FD701}" destId="{568C78F9-C35A-A14E-9821-A3D78CFB2934}" srcOrd="3" destOrd="0" parTransId="{A63D79F8-F5B5-2C4F-A017-A9A65BD9DDDD}" sibTransId="{EAB264E4-6AD6-5D41-A46A-4AB73D1FCBB8}"/>
    <dgm:cxn modelId="{B1F6E567-4D84-D045-8B88-9B8339374F78}" srcId="{26A7AE75-0476-574B-AA09-6F2F478FD701}" destId="{09DC5A73-DAD8-744A-BBEE-F90F6E5625BE}" srcOrd="6" destOrd="0" parTransId="{9F20319B-9D09-F541-A427-9D2B2B0ABB0F}" sibTransId="{98719CC5-A5AD-EE4D-A3F4-0847874471C7}"/>
    <dgm:cxn modelId="{CA57CF6A-314A-1D46-9554-D53A98D7760E}" srcId="{26A7AE75-0476-574B-AA09-6F2F478FD701}" destId="{CA297D3B-B492-3940-8FCA-CBA149942607}" srcOrd="1" destOrd="0" parTransId="{3251D0AF-80B8-A047-B30C-EC5020A48052}" sibTransId="{8E6652C2-C9F4-0349-8223-BFB37697181E}"/>
    <dgm:cxn modelId="{4DBE4483-8224-EB43-A6E6-C5FF3AFD21CE}" type="presOf" srcId="{09DC5A73-DAD8-744A-BBEE-F90F6E5625BE}" destId="{C414799E-A0D9-6C41-99BF-D5053E4B3D14}" srcOrd="0" destOrd="0" presId="urn:microsoft.com/office/officeart/2005/8/layout/vList3"/>
    <dgm:cxn modelId="{FAD9D88F-FBF4-A74D-A12A-C50515C0B91C}" srcId="{26A7AE75-0476-574B-AA09-6F2F478FD701}" destId="{13B2C432-C4FC-D44C-8FF5-ED24902ADD08}" srcOrd="4" destOrd="0" parTransId="{769C505A-2566-3040-80B5-CE3FF5DB4EE3}" sibTransId="{DDAA1F0A-ECA1-C24E-A2C6-761C9D0861C8}"/>
    <dgm:cxn modelId="{3BF809A1-5259-234F-96E4-9A1A67CE1BCA}" type="presOf" srcId="{568C78F9-C35A-A14E-9821-A3D78CFB2934}" destId="{B45F0CEB-30D1-F74B-834A-A5905852DEB6}" srcOrd="0" destOrd="0" presId="urn:microsoft.com/office/officeart/2005/8/layout/vList3"/>
    <dgm:cxn modelId="{AF4584A4-700D-C84A-B04D-C4AA6DEF5E58}" type="presOf" srcId="{13B2C432-C4FC-D44C-8FF5-ED24902ADD08}" destId="{F7C2925B-D97D-F641-A653-47CAD8E1C38F}" srcOrd="0" destOrd="0" presId="urn:microsoft.com/office/officeart/2005/8/layout/vList3"/>
    <dgm:cxn modelId="{677B30A5-EF60-2441-B4EB-CED46D865C6D}" type="presOf" srcId="{4753B252-6A65-5F4A-8734-5CBB42DC366E}" destId="{5D925EB2-B21E-724D-A7BD-31301F182B83}" srcOrd="0" destOrd="0" presId="urn:microsoft.com/office/officeart/2005/8/layout/vList3"/>
    <dgm:cxn modelId="{64F761C0-E4FA-7D43-8F65-087CE1EFABE8}" srcId="{26A7AE75-0476-574B-AA09-6F2F478FD701}" destId="{2DE3E10C-D72F-7B4C-AE2B-3FE8F124C95A}" srcOrd="2" destOrd="0" parTransId="{784A0237-5093-3148-B872-372294A5D6F2}" sibTransId="{94FBFFAF-9DE0-154E-BFAB-6172F171FBFC}"/>
    <dgm:cxn modelId="{E48857CC-210E-304C-B7B5-1FE9216230DD}" srcId="{26A7AE75-0476-574B-AA09-6F2F478FD701}" destId="{4753B252-6A65-5F4A-8734-5CBB42DC366E}" srcOrd="5" destOrd="0" parTransId="{DFD48EE3-EBB1-DC49-9DB3-7BDC79288494}" sibTransId="{F695F43A-8C5A-764A-A333-4A81E5C6721F}"/>
    <dgm:cxn modelId="{E40714DB-1B98-A84D-B67F-DE31677FF39B}" type="presOf" srcId="{26A7AE75-0476-574B-AA09-6F2F478FD701}" destId="{1E14DD05-72DC-444B-9BEE-0593C9B5AB8C}" srcOrd="0" destOrd="0" presId="urn:microsoft.com/office/officeart/2005/8/layout/vList3"/>
    <dgm:cxn modelId="{7DD9E359-25B9-134E-89DF-D39D1F93498D}" type="presParOf" srcId="{1E14DD05-72DC-444B-9BEE-0593C9B5AB8C}" destId="{BE3924EC-FCE2-1544-A1E7-55651C31AAD4}" srcOrd="0" destOrd="0" presId="urn:microsoft.com/office/officeart/2005/8/layout/vList3"/>
    <dgm:cxn modelId="{6B7FA92E-A577-2D49-830C-CC253F3E1E5D}" type="presParOf" srcId="{BE3924EC-FCE2-1544-A1E7-55651C31AAD4}" destId="{3921451E-7F44-7148-8564-DD0161AD58D7}" srcOrd="0" destOrd="0" presId="urn:microsoft.com/office/officeart/2005/8/layout/vList3"/>
    <dgm:cxn modelId="{E473B9DC-89DF-F14D-92B5-1C121FD9EC07}" type="presParOf" srcId="{BE3924EC-FCE2-1544-A1E7-55651C31AAD4}" destId="{67BCFC79-616B-4A47-83A6-5582B700891C}" srcOrd="1" destOrd="0" presId="urn:microsoft.com/office/officeart/2005/8/layout/vList3"/>
    <dgm:cxn modelId="{038D348B-28A7-3643-A1C4-F76EEF46E9A1}" type="presParOf" srcId="{1E14DD05-72DC-444B-9BEE-0593C9B5AB8C}" destId="{D86CB79A-06EE-904F-BDCF-74BE76332FE8}" srcOrd="1" destOrd="0" presId="urn:microsoft.com/office/officeart/2005/8/layout/vList3"/>
    <dgm:cxn modelId="{D9CB6C48-76FC-004E-9F26-7E0349547862}" type="presParOf" srcId="{1E14DD05-72DC-444B-9BEE-0593C9B5AB8C}" destId="{B707F65D-5A3B-9347-A5EC-D2B55FA47346}" srcOrd="2" destOrd="0" presId="urn:microsoft.com/office/officeart/2005/8/layout/vList3"/>
    <dgm:cxn modelId="{923FD61F-DC54-B44F-90A1-39DAFEFEDCEC}" type="presParOf" srcId="{B707F65D-5A3B-9347-A5EC-D2B55FA47346}" destId="{5E287AE0-B3FA-0E44-BC11-C841BAE2CDD2}" srcOrd="0" destOrd="0" presId="urn:microsoft.com/office/officeart/2005/8/layout/vList3"/>
    <dgm:cxn modelId="{A010F65F-E89C-4049-A0E4-6D28D4AAF1C6}" type="presParOf" srcId="{B707F65D-5A3B-9347-A5EC-D2B55FA47346}" destId="{F9462253-E1A8-734A-A481-5054139885B1}" srcOrd="1" destOrd="0" presId="urn:microsoft.com/office/officeart/2005/8/layout/vList3"/>
    <dgm:cxn modelId="{B5E62F18-1365-A54C-9446-30E3390C6B5A}" type="presParOf" srcId="{1E14DD05-72DC-444B-9BEE-0593C9B5AB8C}" destId="{173D2260-5B6B-EC43-A5C0-4B4F815E7D1A}" srcOrd="3" destOrd="0" presId="urn:microsoft.com/office/officeart/2005/8/layout/vList3"/>
    <dgm:cxn modelId="{B2B57F28-6D33-3648-A08B-0D376314EB5D}" type="presParOf" srcId="{1E14DD05-72DC-444B-9BEE-0593C9B5AB8C}" destId="{BD09F5A7-5FA7-1643-A1C9-F3176F458A6B}" srcOrd="4" destOrd="0" presId="urn:microsoft.com/office/officeart/2005/8/layout/vList3"/>
    <dgm:cxn modelId="{CF0A24E1-6644-AA4D-A850-85BFBBC860E2}" type="presParOf" srcId="{BD09F5A7-5FA7-1643-A1C9-F3176F458A6B}" destId="{4C50786B-B7A0-7847-90D2-9E082AAFCF33}" srcOrd="0" destOrd="0" presId="urn:microsoft.com/office/officeart/2005/8/layout/vList3"/>
    <dgm:cxn modelId="{CB8931DA-3C9F-F444-AC87-251D5625E425}" type="presParOf" srcId="{BD09F5A7-5FA7-1643-A1C9-F3176F458A6B}" destId="{A17083A3-4A5E-2D43-8A6F-6059B514B65D}" srcOrd="1" destOrd="0" presId="urn:microsoft.com/office/officeart/2005/8/layout/vList3"/>
    <dgm:cxn modelId="{3AF2B446-9588-ED43-9546-82FD48D54000}" type="presParOf" srcId="{1E14DD05-72DC-444B-9BEE-0593C9B5AB8C}" destId="{5AAFC7F4-B3FD-AD47-8789-DBDD4FD3F7B8}" srcOrd="5" destOrd="0" presId="urn:microsoft.com/office/officeart/2005/8/layout/vList3"/>
    <dgm:cxn modelId="{E619BED2-9300-A444-A46C-37B28F2145E6}" type="presParOf" srcId="{1E14DD05-72DC-444B-9BEE-0593C9B5AB8C}" destId="{821EA1C5-A0B2-7D41-AC4D-BB8262AE5A56}" srcOrd="6" destOrd="0" presId="urn:microsoft.com/office/officeart/2005/8/layout/vList3"/>
    <dgm:cxn modelId="{277301B2-EF71-2448-8326-1232080E4917}" type="presParOf" srcId="{821EA1C5-A0B2-7D41-AC4D-BB8262AE5A56}" destId="{1329C8F6-9AB5-6E42-8B22-1D9F87A0AD93}" srcOrd="0" destOrd="0" presId="urn:microsoft.com/office/officeart/2005/8/layout/vList3"/>
    <dgm:cxn modelId="{42EE05FC-6F26-7E4C-9A64-300498B34C12}" type="presParOf" srcId="{821EA1C5-A0B2-7D41-AC4D-BB8262AE5A56}" destId="{B45F0CEB-30D1-F74B-834A-A5905852DEB6}" srcOrd="1" destOrd="0" presId="urn:microsoft.com/office/officeart/2005/8/layout/vList3"/>
    <dgm:cxn modelId="{CBB302CE-2FED-8A42-B46C-886A128CB1BB}" type="presParOf" srcId="{1E14DD05-72DC-444B-9BEE-0593C9B5AB8C}" destId="{538EBA98-9637-DC4D-9362-6B88A1997EA3}" srcOrd="7" destOrd="0" presId="urn:microsoft.com/office/officeart/2005/8/layout/vList3"/>
    <dgm:cxn modelId="{D235A7FE-575B-4A4A-8372-803A35D3D60C}" type="presParOf" srcId="{1E14DD05-72DC-444B-9BEE-0593C9B5AB8C}" destId="{015FE6EF-7894-4E4D-87C9-1D78F8487627}" srcOrd="8" destOrd="0" presId="urn:microsoft.com/office/officeart/2005/8/layout/vList3"/>
    <dgm:cxn modelId="{3303B5E4-505F-9946-95E9-ED11BD6E53ED}" type="presParOf" srcId="{015FE6EF-7894-4E4D-87C9-1D78F8487627}" destId="{68174192-DC14-B44E-8134-DC8F2915521D}" srcOrd="0" destOrd="0" presId="urn:microsoft.com/office/officeart/2005/8/layout/vList3"/>
    <dgm:cxn modelId="{348FA925-BA49-7047-978E-A953ABB39156}" type="presParOf" srcId="{015FE6EF-7894-4E4D-87C9-1D78F8487627}" destId="{F7C2925B-D97D-F641-A653-47CAD8E1C38F}" srcOrd="1" destOrd="0" presId="urn:microsoft.com/office/officeart/2005/8/layout/vList3"/>
    <dgm:cxn modelId="{987DD400-F356-3340-BB87-5C39A3464C5E}" type="presParOf" srcId="{1E14DD05-72DC-444B-9BEE-0593C9B5AB8C}" destId="{1460DDEB-70D3-934B-B8C7-0A60BFBF2D7A}" srcOrd="9" destOrd="0" presId="urn:microsoft.com/office/officeart/2005/8/layout/vList3"/>
    <dgm:cxn modelId="{22A1CFE2-2BBB-A545-91EE-93E7B4273DCB}" type="presParOf" srcId="{1E14DD05-72DC-444B-9BEE-0593C9B5AB8C}" destId="{C594405A-C05D-3740-9D3D-445388FAD988}" srcOrd="10" destOrd="0" presId="urn:microsoft.com/office/officeart/2005/8/layout/vList3"/>
    <dgm:cxn modelId="{064A2812-7E5B-4648-9A87-C1A5510F1C10}" type="presParOf" srcId="{C594405A-C05D-3740-9D3D-445388FAD988}" destId="{92394F4F-528D-384C-B61D-61490A740255}" srcOrd="0" destOrd="0" presId="urn:microsoft.com/office/officeart/2005/8/layout/vList3"/>
    <dgm:cxn modelId="{DD370C4B-A38D-234E-88A2-8290472330BB}" type="presParOf" srcId="{C594405A-C05D-3740-9D3D-445388FAD988}" destId="{5D925EB2-B21E-724D-A7BD-31301F182B83}" srcOrd="1" destOrd="0" presId="urn:microsoft.com/office/officeart/2005/8/layout/vList3"/>
    <dgm:cxn modelId="{748DA80B-20B1-234D-8BCE-D65858DA3C40}" type="presParOf" srcId="{1E14DD05-72DC-444B-9BEE-0593C9B5AB8C}" destId="{C981361A-2C19-9C49-985B-50CC11175B16}" srcOrd="11" destOrd="0" presId="urn:microsoft.com/office/officeart/2005/8/layout/vList3"/>
    <dgm:cxn modelId="{D09DC484-F3A5-7C44-A1D6-9F99E14895FE}" type="presParOf" srcId="{1E14DD05-72DC-444B-9BEE-0593C9B5AB8C}" destId="{B125B05E-6F6C-244B-B801-BBDBF1FD9F4E}" srcOrd="12" destOrd="0" presId="urn:microsoft.com/office/officeart/2005/8/layout/vList3"/>
    <dgm:cxn modelId="{B3B8F130-2773-6249-B20D-D837AB340577}" type="presParOf" srcId="{B125B05E-6F6C-244B-B801-BBDBF1FD9F4E}" destId="{3B5A8344-2F5A-DE49-97B1-00D7C60CFA26}" srcOrd="0" destOrd="0" presId="urn:microsoft.com/office/officeart/2005/8/layout/vList3"/>
    <dgm:cxn modelId="{C873DC97-0E6D-BA45-BB65-05DED3E1FC34}" type="presParOf" srcId="{B125B05E-6F6C-244B-B801-BBDBF1FD9F4E}" destId="{C414799E-A0D9-6C41-99BF-D5053E4B3D14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BCFC79-616B-4A47-83A6-5582B700891C}">
      <dsp:nvSpPr>
        <dsp:cNvPr id="0" name=""/>
        <dsp:cNvSpPr/>
      </dsp:nvSpPr>
      <dsp:spPr>
        <a:xfrm rot="10800000">
          <a:off x="-1" y="370"/>
          <a:ext cx="7944547" cy="409349"/>
        </a:xfrm>
        <a:prstGeom prst="homePlate">
          <a:avLst/>
        </a:prstGeom>
        <a:solidFill>
          <a:srgbClr val="46A01E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Contesto</a:t>
          </a:r>
          <a:r>
            <a:rPr lang="en-GB" sz="1900" kern="1200" dirty="0"/>
            <a:t> e </a:t>
          </a:r>
          <a:r>
            <a:rPr lang="en-GB" sz="1900" kern="1200" dirty="0" err="1"/>
            <a:t>Motivazione</a:t>
          </a:r>
          <a:endParaRPr lang="en-GB" sz="1900" kern="1200" dirty="0"/>
        </a:p>
      </dsp:txBody>
      <dsp:txXfrm rot="10800000">
        <a:off x="102336" y="370"/>
        <a:ext cx="7842210" cy="409349"/>
      </dsp:txXfrm>
    </dsp:sp>
    <dsp:sp modelId="{3921451E-7F44-7148-8564-DD0161AD58D7}">
      <dsp:nvSpPr>
        <dsp:cNvPr id="0" name=""/>
        <dsp:cNvSpPr/>
      </dsp:nvSpPr>
      <dsp:spPr>
        <a:xfrm>
          <a:off x="1" y="2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462253-E1A8-734A-A481-5054139885B1}">
      <dsp:nvSpPr>
        <dsp:cNvPr id="0" name=""/>
        <dsp:cNvSpPr/>
      </dsp:nvSpPr>
      <dsp:spPr>
        <a:xfrm rot="10800000">
          <a:off x="-1" y="531914"/>
          <a:ext cx="7944547" cy="410397"/>
        </a:xfrm>
        <a:prstGeom prst="homePlate">
          <a:avLst/>
        </a:prstGeom>
        <a:solidFill>
          <a:srgbClr val="58A32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Obbiettivo</a:t>
          </a:r>
          <a:endParaRPr lang="en-GB" sz="1900" kern="1200" dirty="0"/>
        </a:p>
      </dsp:txBody>
      <dsp:txXfrm rot="10800000">
        <a:off x="102598" y="531914"/>
        <a:ext cx="7841948" cy="410397"/>
      </dsp:txXfrm>
    </dsp:sp>
    <dsp:sp modelId="{5E287AE0-B3FA-0E44-BC11-C841BAE2CDD2}">
      <dsp:nvSpPr>
        <dsp:cNvPr id="0" name=""/>
        <dsp:cNvSpPr/>
      </dsp:nvSpPr>
      <dsp:spPr>
        <a:xfrm>
          <a:off x="0" y="532814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7083A3-4A5E-2D43-8A6F-6059B514B65D}">
      <dsp:nvSpPr>
        <dsp:cNvPr id="0" name=""/>
        <dsp:cNvSpPr/>
      </dsp:nvSpPr>
      <dsp:spPr>
        <a:xfrm rot="10800000">
          <a:off x="-1" y="1064505"/>
          <a:ext cx="7944547" cy="409349"/>
        </a:xfrm>
        <a:prstGeom prst="homePlate">
          <a:avLst/>
        </a:prstGeom>
        <a:solidFill>
          <a:srgbClr val="61A42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Problemi</a:t>
          </a:r>
          <a:endParaRPr lang="en-GB" sz="1900" kern="1200" dirty="0"/>
        </a:p>
      </dsp:txBody>
      <dsp:txXfrm rot="10800000">
        <a:off x="102336" y="1064505"/>
        <a:ext cx="7842210" cy="409349"/>
      </dsp:txXfrm>
    </dsp:sp>
    <dsp:sp modelId="{4C50786B-B7A0-7847-90D2-9E082AAFCF33}">
      <dsp:nvSpPr>
        <dsp:cNvPr id="0" name=""/>
        <dsp:cNvSpPr/>
      </dsp:nvSpPr>
      <dsp:spPr>
        <a:xfrm>
          <a:off x="0" y="1064882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5F0CEB-30D1-F74B-834A-A5905852DEB6}">
      <dsp:nvSpPr>
        <dsp:cNvPr id="0" name=""/>
        <dsp:cNvSpPr/>
      </dsp:nvSpPr>
      <dsp:spPr>
        <a:xfrm rot="10800000">
          <a:off x="-1" y="1596049"/>
          <a:ext cx="7944547" cy="409349"/>
        </a:xfrm>
        <a:prstGeom prst="homePlate">
          <a:avLst/>
        </a:prstGeom>
        <a:solidFill>
          <a:srgbClr val="6AA52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Stato dell’arte</a:t>
          </a:r>
        </a:p>
      </dsp:txBody>
      <dsp:txXfrm rot="10800000">
        <a:off x="102336" y="1596049"/>
        <a:ext cx="7842210" cy="409349"/>
      </dsp:txXfrm>
    </dsp:sp>
    <dsp:sp modelId="{1329C8F6-9AB5-6E42-8B22-1D9F87A0AD93}">
      <dsp:nvSpPr>
        <dsp:cNvPr id="0" name=""/>
        <dsp:cNvSpPr/>
      </dsp:nvSpPr>
      <dsp:spPr>
        <a:xfrm>
          <a:off x="0" y="1596425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C2925B-D97D-F641-A653-47CAD8E1C38F}">
      <dsp:nvSpPr>
        <dsp:cNvPr id="0" name=""/>
        <dsp:cNvSpPr/>
      </dsp:nvSpPr>
      <dsp:spPr>
        <a:xfrm rot="10800000">
          <a:off x="-1" y="2127592"/>
          <a:ext cx="7944547" cy="409349"/>
        </a:xfrm>
        <a:prstGeom prst="homePlate">
          <a:avLst/>
        </a:prstGeom>
        <a:solidFill>
          <a:srgbClr val="73B12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Approccio</a:t>
          </a:r>
          <a:endParaRPr lang="en-GB" sz="1900" kern="1200" dirty="0"/>
        </a:p>
      </dsp:txBody>
      <dsp:txXfrm rot="10800000">
        <a:off x="102336" y="2127592"/>
        <a:ext cx="7842210" cy="409349"/>
      </dsp:txXfrm>
    </dsp:sp>
    <dsp:sp modelId="{68174192-DC14-B44E-8134-DC8F2915521D}">
      <dsp:nvSpPr>
        <dsp:cNvPr id="0" name=""/>
        <dsp:cNvSpPr/>
      </dsp:nvSpPr>
      <dsp:spPr>
        <a:xfrm>
          <a:off x="0" y="2127969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925EB2-B21E-724D-A7BD-31301F182B83}">
      <dsp:nvSpPr>
        <dsp:cNvPr id="0" name=""/>
        <dsp:cNvSpPr/>
      </dsp:nvSpPr>
      <dsp:spPr>
        <a:xfrm rot="10800000">
          <a:off x="-1" y="2659136"/>
          <a:ext cx="7944547" cy="409349"/>
        </a:xfrm>
        <a:prstGeom prst="homePlate">
          <a:avLst/>
        </a:prstGeom>
        <a:solidFill>
          <a:srgbClr val="7BBC3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Risultato</a:t>
          </a:r>
          <a:endParaRPr lang="en-GB" sz="1900" kern="1200" dirty="0"/>
        </a:p>
      </dsp:txBody>
      <dsp:txXfrm rot="10800000">
        <a:off x="102336" y="2659136"/>
        <a:ext cx="7842210" cy="409349"/>
      </dsp:txXfrm>
    </dsp:sp>
    <dsp:sp modelId="{92394F4F-528D-384C-B61D-61490A740255}">
      <dsp:nvSpPr>
        <dsp:cNvPr id="0" name=""/>
        <dsp:cNvSpPr/>
      </dsp:nvSpPr>
      <dsp:spPr>
        <a:xfrm>
          <a:off x="0" y="2659512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14799E-A0D9-6C41-99BF-D5053E4B3D14}">
      <dsp:nvSpPr>
        <dsp:cNvPr id="0" name=""/>
        <dsp:cNvSpPr/>
      </dsp:nvSpPr>
      <dsp:spPr>
        <a:xfrm rot="10800000">
          <a:off x="-1" y="3190679"/>
          <a:ext cx="7944547" cy="409349"/>
        </a:xfrm>
        <a:prstGeom prst="homePlate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0512" tIns="72390" rIns="135128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 err="1"/>
            <a:t>Conclusioni</a:t>
          </a:r>
          <a:endParaRPr lang="en-GB" sz="1900" kern="1200" dirty="0"/>
        </a:p>
      </dsp:txBody>
      <dsp:txXfrm rot="10800000">
        <a:off x="102336" y="3190679"/>
        <a:ext cx="7842210" cy="409349"/>
      </dsp:txXfrm>
    </dsp:sp>
    <dsp:sp modelId="{3B5A8344-2F5A-DE49-97B1-00D7C60CFA26}">
      <dsp:nvSpPr>
        <dsp:cNvPr id="0" name=""/>
        <dsp:cNvSpPr/>
      </dsp:nvSpPr>
      <dsp:spPr>
        <a:xfrm>
          <a:off x="0" y="3191050"/>
          <a:ext cx="409349" cy="409349"/>
        </a:xfrm>
        <a:prstGeom prst="ellipse">
          <a:avLst/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9388A7-5429-7442-BD81-798B3F4B5BE0}" type="datetime1">
              <a:rPr lang="it-IT"/>
              <a:pPr/>
              <a:t>02/05/26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D3144663-F296-154C-879B-F265E0A1929F}" type="slidenum">
              <a:rPr lang="it-IT"/>
              <a:pPr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37623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6425F76-5FCB-3E42-9F4B-C72054CFC5AB}" type="slidenum">
              <a:rPr lang="it-IT"/>
              <a:pPr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75988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ma pag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323850" y="1441940"/>
            <a:ext cx="7848550" cy="1458162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ct val="100000"/>
              </a:lnSpc>
              <a:defRPr sz="3150" baseline="0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fr-CH" dirty="0"/>
              <a:t>Inserisci titolo</a:t>
            </a:r>
            <a:endParaRPr lang="it-IT" dirty="0"/>
          </a:p>
        </p:txBody>
      </p:sp>
      <p:sp>
        <p:nvSpPr>
          <p:cNvPr id="6" name="Segnaposto testo 12"/>
          <p:cNvSpPr>
            <a:spLocks noGrp="1"/>
          </p:cNvSpPr>
          <p:nvPr>
            <p:ph type="body" sz="quarter" idx="13" hasCustomPrompt="1"/>
          </p:nvPr>
        </p:nvSpPr>
        <p:spPr>
          <a:xfrm>
            <a:off x="323528" y="3208616"/>
            <a:ext cx="2520280" cy="378042"/>
          </a:xfrm>
          <a:prstGeom prst="rect">
            <a:avLst/>
          </a:prstGeom>
        </p:spPr>
        <p:txBody>
          <a:bodyPr lIns="0" tIns="0" rIns="0" bIns="0"/>
          <a:lstStyle>
            <a:lvl1pPr marL="257175" marR="0" indent="-257175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1050" baseline="0"/>
            </a:lvl1pPr>
          </a:lstStyle>
          <a:p>
            <a:pPr lvl="0"/>
            <a:r>
              <a:rPr lang="fr-CH" dirty="0"/>
              <a:t>Inserire nome studente</a:t>
            </a:r>
          </a:p>
        </p:txBody>
      </p:sp>
      <p:cxnSp>
        <p:nvCxnSpPr>
          <p:cNvPr id="11" name="Connettore 1 10"/>
          <p:cNvCxnSpPr/>
          <p:nvPr userDrawn="1"/>
        </p:nvCxnSpPr>
        <p:spPr>
          <a:xfrm>
            <a:off x="323528" y="3009401"/>
            <a:ext cx="7848872" cy="0"/>
          </a:xfrm>
          <a:prstGeom prst="line">
            <a:avLst/>
          </a:prstGeom>
          <a:ln w="6350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egnaposto testo 12"/>
          <p:cNvSpPr>
            <a:spLocks noGrp="1"/>
          </p:cNvSpPr>
          <p:nvPr>
            <p:ph type="body" sz="quarter" idx="17" hasCustomPrompt="1"/>
          </p:nvPr>
        </p:nvSpPr>
        <p:spPr>
          <a:xfrm>
            <a:off x="323528" y="3046598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Studente/i</a:t>
            </a:r>
          </a:p>
        </p:txBody>
      </p:sp>
      <p:sp>
        <p:nvSpPr>
          <p:cNvPr id="24" name="Segnaposto testo 12"/>
          <p:cNvSpPr>
            <a:spLocks noGrp="1"/>
          </p:cNvSpPr>
          <p:nvPr>
            <p:ph type="body" sz="quarter" idx="24" hasCustomPrompt="1"/>
          </p:nvPr>
        </p:nvSpPr>
        <p:spPr>
          <a:xfrm>
            <a:off x="323528" y="3998878"/>
            <a:ext cx="2520280" cy="378042"/>
          </a:xfrm>
          <a:prstGeom prst="rect">
            <a:avLst/>
          </a:prstGeom>
        </p:spPr>
        <p:txBody>
          <a:bodyPr lIns="0" tIns="0" rIns="0" bIns="0"/>
          <a:lstStyle>
            <a:lvl1pPr marL="257175" marR="0" indent="-257175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1050" baseline="0"/>
            </a:lvl1pPr>
          </a:lstStyle>
          <a:p>
            <a:pPr lvl="0"/>
            <a:r>
              <a:rPr lang="fr-CH" dirty="0"/>
              <a:t>Inserire corso di laurea</a:t>
            </a:r>
          </a:p>
        </p:txBody>
      </p:sp>
      <p:cxnSp>
        <p:nvCxnSpPr>
          <p:cNvPr id="25" name="Connettore 1 24"/>
          <p:cNvCxnSpPr/>
          <p:nvPr userDrawn="1"/>
        </p:nvCxnSpPr>
        <p:spPr>
          <a:xfrm>
            <a:off x="323528" y="3799664"/>
            <a:ext cx="7848872" cy="0"/>
          </a:xfrm>
          <a:prstGeom prst="line">
            <a:avLst/>
          </a:prstGeom>
          <a:ln w="6350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gnaposto testo 12"/>
          <p:cNvSpPr>
            <a:spLocks noGrp="1"/>
          </p:cNvSpPr>
          <p:nvPr>
            <p:ph type="body" sz="quarter" idx="25" hasCustomPrompt="1"/>
          </p:nvPr>
        </p:nvSpPr>
        <p:spPr>
          <a:xfrm>
            <a:off x="323528" y="3836860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Corso di laurea</a:t>
            </a:r>
          </a:p>
        </p:txBody>
      </p:sp>
      <p:sp>
        <p:nvSpPr>
          <p:cNvPr id="27" name="Segnaposto testo 12"/>
          <p:cNvSpPr>
            <a:spLocks noGrp="1"/>
          </p:cNvSpPr>
          <p:nvPr>
            <p:ph type="body" sz="quarter" idx="26" hasCustomPrompt="1"/>
          </p:nvPr>
        </p:nvSpPr>
        <p:spPr>
          <a:xfrm>
            <a:off x="2987824" y="3836860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Modulo / </a:t>
            </a:r>
            <a:r>
              <a:rPr lang="fr-CH" dirty="0" err="1"/>
              <a:t>Codice</a:t>
            </a:r>
            <a:r>
              <a:rPr lang="fr-CH" dirty="0"/>
              <a:t> </a:t>
            </a:r>
            <a:r>
              <a:rPr lang="fr-CH" dirty="0" err="1"/>
              <a:t>Progetto</a:t>
            </a:r>
            <a:endParaRPr lang="fr-CH" dirty="0"/>
          </a:p>
        </p:txBody>
      </p:sp>
      <p:sp>
        <p:nvSpPr>
          <p:cNvPr id="30" name="Segnaposto testo 12"/>
          <p:cNvSpPr>
            <a:spLocks noGrp="1"/>
          </p:cNvSpPr>
          <p:nvPr>
            <p:ph type="body" sz="quarter" idx="29" hasCustomPrompt="1"/>
          </p:nvPr>
        </p:nvSpPr>
        <p:spPr>
          <a:xfrm>
            <a:off x="2987824" y="3998878"/>
            <a:ext cx="2520280" cy="378042"/>
          </a:xfrm>
          <a:prstGeom prst="rect">
            <a:avLst/>
          </a:prstGeom>
        </p:spPr>
        <p:txBody>
          <a:bodyPr lIns="0" tIns="0" rIns="0" bIns="0"/>
          <a:lstStyle>
            <a:lvl1pPr algn="l">
              <a:buNone/>
              <a:defRPr sz="1050" baseline="0"/>
            </a:lvl1pPr>
          </a:lstStyle>
          <a:p>
            <a:pPr lvl="0"/>
            <a:r>
              <a:rPr lang="fr-CH" dirty="0" err="1"/>
              <a:t>Inserire</a:t>
            </a:r>
            <a:r>
              <a:rPr lang="fr-CH" dirty="0"/>
              <a:t> modulo / </a:t>
            </a:r>
            <a:r>
              <a:rPr lang="fr-CH" dirty="0" err="1"/>
              <a:t>Codice</a:t>
            </a:r>
            <a:r>
              <a:rPr lang="fr-CH" dirty="0"/>
              <a:t> </a:t>
            </a:r>
            <a:r>
              <a:rPr lang="fr-CH" dirty="0" err="1"/>
              <a:t>Progetto</a:t>
            </a:r>
            <a:r>
              <a:rPr lang="fr-CH" dirty="0"/>
              <a:t> se </a:t>
            </a:r>
            <a:r>
              <a:rPr lang="fr-CH" dirty="0" err="1"/>
              <a:t>disponibile</a:t>
            </a:r>
            <a:endParaRPr lang="fr-CH" dirty="0"/>
          </a:p>
        </p:txBody>
      </p:sp>
      <p:sp>
        <p:nvSpPr>
          <p:cNvPr id="41" name="Segnaposto testo 12"/>
          <p:cNvSpPr>
            <a:spLocks noGrp="1"/>
          </p:cNvSpPr>
          <p:nvPr>
            <p:ph type="body" sz="quarter" idx="33" hasCustomPrompt="1"/>
          </p:nvPr>
        </p:nvSpPr>
        <p:spPr>
          <a:xfrm>
            <a:off x="2987824" y="3046598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Relatore</a:t>
            </a:r>
          </a:p>
        </p:txBody>
      </p:sp>
      <p:sp>
        <p:nvSpPr>
          <p:cNvPr id="42" name="Segnaposto testo 12"/>
          <p:cNvSpPr>
            <a:spLocks noGrp="1"/>
          </p:cNvSpPr>
          <p:nvPr>
            <p:ph type="body" sz="quarter" idx="34" hasCustomPrompt="1"/>
          </p:nvPr>
        </p:nvSpPr>
        <p:spPr>
          <a:xfrm>
            <a:off x="2987824" y="3208616"/>
            <a:ext cx="2520280" cy="378042"/>
          </a:xfrm>
          <a:prstGeom prst="rect">
            <a:avLst/>
          </a:prstGeom>
        </p:spPr>
        <p:txBody>
          <a:bodyPr lIns="0" tIns="0" rIns="0" bIns="0"/>
          <a:lstStyle>
            <a:lvl1pPr algn="l">
              <a:buNone/>
              <a:defRPr sz="1050" baseline="0"/>
            </a:lvl1pPr>
          </a:lstStyle>
          <a:p>
            <a:pPr lvl="0"/>
            <a:r>
              <a:rPr lang="fr-CH" dirty="0"/>
              <a:t>Inserire nome relatore</a:t>
            </a:r>
          </a:p>
        </p:txBody>
      </p:sp>
      <p:sp>
        <p:nvSpPr>
          <p:cNvPr id="44" name="Segnaposto testo 12"/>
          <p:cNvSpPr>
            <a:spLocks noGrp="1"/>
          </p:cNvSpPr>
          <p:nvPr>
            <p:ph type="body" sz="quarter" idx="36" hasCustomPrompt="1"/>
          </p:nvPr>
        </p:nvSpPr>
        <p:spPr>
          <a:xfrm>
            <a:off x="323528" y="4785996"/>
            <a:ext cx="2520280" cy="162018"/>
          </a:xfrm>
          <a:prstGeom prst="rect">
            <a:avLst/>
          </a:prstGeom>
        </p:spPr>
        <p:txBody>
          <a:bodyPr lIns="0" tIns="0" rIns="0" bIns="0"/>
          <a:lstStyle>
            <a:lvl1pPr algn="l">
              <a:buNone/>
              <a:defRPr sz="1050" baseline="0"/>
            </a:lvl1pPr>
          </a:lstStyle>
          <a:p>
            <a:pPr lvl="0"/>
            <a:r>
              <a:rPr lang="fr-CH" dirty="0"/>
              <a:t>Inserire nome committente</a:t>
            </a:r>
          </a:p>
        </p:txBody>
      </p:sp>
      <p:cxnSp>
        <p:nvCxnSpPr>
          <p:cNvPr id="45" name="Connettore 1 44"/>
          <p:cNvCxnSpPr/>
          <p:nvPr userDrawn="1"/>
        </p:nvCxnSpPr>
        <p:spPr>
          <a:xfrm>
            <a:off x="323528" y="4586782"/>
            <a:ext cx="7848872" cy="0"/>
          </a:xfrm>
          <a:prstGeom prst="line">
            <a:avLst/>
          </a:prstGeom>
          <a:ln w="6350" cmpd="sng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Segnaposto testo 12"/>
          <p:cNvSpPr>
            <a:spLocks noGrp="1"/>
          </p:cNvSpPr>
          <p:nvPr>
            <p:ph type="body" sz="quarter" idx="37" hasCustomPrompt="1"/>
          </p:nvPr>
        </p:nvSpPr>
        <p:spPr>
          <a:xfrm>
            <a:off x="323528" y="4623978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Committente</a:t>
            </a:r>
          </a:p>
        </p:txBody>
      </p:sp>
      <p:sp>
        <p:nvSpPr>
          <p:cNvPr id="49" name="Segnaposto testo 12"/>
          <p:cNvSpPr>
            <a:spLocks noGrp="1"/>
          </p:cNvSpPr>
          <p:nvPr>
            <p:ph type="body" sz="quarter" idx="40" hasCustomPrompt="1"/>
          </p:nvPr>
        </p:nvSpPr>
        <p:spPr>
          <a:xfrm>
            <a:off x="5652120" y="3836860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Anno</a:t>
            </a:r>
          </a:p>
        </p:txBody>
      </p:sp>
      <p:sp>
        <p:nvSpPr>
          <p:cNvPr id="50" name="Segnaposto testo 12"/>
          <p:cNvSpPr>
            <a:spLocks noGrp="1"/>
          </p:cNvSpPr>
          <p:nvPr>
            <p:ph type="body" sz="quarter" idx="41" hasCustomPrompt="1"/>
          </p:nvPr>
        </p:nvSpPr>
        <p:spPr>
          <a:xfrm>
            <a:off x="5652120" y="3998878"/>
            <a:ext cx="2520280" cy="162018"/>
          </a:xfrm>
          <a:prstGeom prst="rect">
            <a:avLst/>
          </a:prstGeom>
        </p:spPr>
        <p:txBody>
          <a:bodyPr lIns="0" tIns="0" rIns="0" bIns="0"/>
          <a:lstStyle>
            <a:lvl1pPr algn="l">
              <a:buNone/>
              <a:defRPr sz="1050" baseline="0"/>
            </a:lvl1pPr>
          </a:lstStyle>
          <a:p>
            <a:pPr lvl="0"/>
            <a:r>
              <a:rPr lang="fr-CH" dirty="0"/>
              <a:t>Inserire anno</a:t>
            </a:r>
          </a:p>
        </p:txBody>
      </p:sp>
      <p:sp>
        <p:nvSpPr>
          <p:cNvPr id="22" name="Segnaposto testo 12"/>
          <p:cNvSpPr>
            <a:spLocks noGrp="1"/>
          </p:cNvSpPr>
          <p:nvPr>
            <p:ph type="body" sz="quarter" idx="42" hasCustomPrompt="1"/>
          </p:nvPr>
        </p:nvSpPr>
        <p:spPr>
          <a:xfrm>
            <a:off x="5652120" y="3046598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Correlatore</a:t>
            </a:r>
          </a:p>
        </p:txBody>
      </p:sp>
      <p:sp>
        <p:nvSpPr>
          <p:cNvPr id="23" name="Segnaposto testo 12"/>
          <p:cNvSpPr>
            <a:spLocks noGrp="1"/>
          </p:cNvSpPr>
          <p:nvPr>
            <p:ph type="body" sz="quarter" idx="43" hasCustomPrompt="1"/>
          </p:nvPr>
        </p:nvSpPr>
        <p:spPr>
          <a:xfrm>
            <a:off x="5652120" y="3208616"/>
            <a:ext cx="2520280" cy="378042"/>
          </a:xfrm>
          <a:prstGeom prst="rect">
            <a:avLst/>
          </a:prstGeom>
        </p:spPr>
        <p:txBody>
          <a:bodyPr lIns="0" tIns="0" rIns="0" bIns="0"/>
          <a:lstStyle>
            <a:lvl1pPr algn="l">
              <a:buNone/>
              <a:defRPr sz="1050" baseline="0"/>
            </a:lvl1pPr>
          </a:lstStyle>
          <a:p>
            <a:pPr lvl="0"/>
            <a:r>
              <a:rPr lang="fr-CH" dirty="0"/>
              <a:t>Inserire nome correlatore</a:t>
            </a:r>
          </a:p>
        </p:txBody>
      </p:sp>
      <p:pic>
        <p:nvPicPr>
          <p:cNvPr id="28" name="Immagine 9" descr="Modulo_SUPSI_DTI.gif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251520" y="171897"/>
            <a:ext cx="3006551" cy="1103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Segnaposto testo 12"/>
          <p:cNvSpPr>
            <a:spLocks noGrp="1"/>
          </p:cNvSpPr>
          <p:nvPr>
            <p:ph type="body" sz="quarter" idx="44" hasCustomPrompt="1"/>
          </p:nvPr>
        </p:nvSpPr>
        <p:spPr>
          <a:xfrm>
            <a:off x="2987824" y="4785996"/>
            <a:ext cx="2520280" cy="162018"/>
          </a:xfrm>
          <a:prstGeom prst="rect">
            <a:avLst/>
          </a:prstGeom>
        </p:spPr>
        <p:txBody>
          <a:bodyPr lIns="0" tIns="0" rIns="0" bIns="0"/>
          <a:lstStyle>
            <a:lvl1pPr algn="l">
              <a:buNone/>
              <a:defRPr sz="1050" baseline="0"/>
            </a:lvl1pPr>
          </a:lstStyle>
          <a:p>
            <a:pPr lvl="0"/>
            <a:r>
              <a:rPr lang="fr-CH" dirty="0"/>
              <a:t>Inserire data</a:t>
            </a:r>
          </a:p>
        </p:txBody>
      </p:sp>
      <p:sp>
        <p:nvSpPr>
          <p:cNvPr id="31" name="Segnaposto testo 12"/>
          <p:cNvSpPr>
            <a:spLocks noGrp="1"/>
          </p:cNvSpPr>
          <p:nvPr>
            <p:ph type="body" sz="quarter" idx="45" hasCustomPrompt="1"/>
          </p:nvPr>
        </p:nvSpPr>
        <p:spPr>
          <a:xfrm>
            <a:off x="2987824" y="4623978"/>
            <a:ext cx="2520280" cy="10801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spcBef>
                <a:spcPts val="0"/>
              </a:spcBef>
              <a:buNone/>
              <a:defRPr sz="600" baseline="0"/>
            </a:lvl1pPr>
          </a:lstStyle>
          <a:p>
            <a:pPr lvl="0"/>
            <a:r>
              <a:rPr lang="fr-CH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20646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; testo 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testo 12"/>
          <p:cNvSpPr>
            <a:spLocks noGrp="1"/>
          </p:cNvSpPr>
          <p:nvPr>
            <p:ph type="body" sz="quarter" idx="13" hasCustomPrompt="1"/>
          </p:nvPr>
        </p:nvSpPr>
        <p:spPr>
          <a:xfrm>
            <a:off x="323528" y="1736229"/>
            <a:ext cx="3816424" cy="3186354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1050" u="none" baseline="0"/>
            </a:lvl1pPr>
          </a:lstStyle>
          <a:p>
            <a:pPr marL="0" marR="0" lvl="0" indent="0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fr-CH" dirty="0"/>
              <a:t>Inserisci testo. </a:t>
            </a:r>
            <a:r>
              <a:rPr lang="it-IT" dirty="0" err="1"/>
              <a:t>Posuere</a:t>
            </a:r>
            <a:r>
              <a:rPr lang="it-IT" dirty="0"/>
              <a:t> non </a:t>
            </a:r>
            <a:r>
              <a:rPr lang="it-IT" dirty="0" err="1"/>
              <a:t>eleifend</a:t>
            </a:r>
            <a:r>
              <a:rPr lang="it-IT" dirty="0"/>
              <a:t> id, porta et </a:t>
            </a:r>
            <a:r>
              <a:rPr lang="it-IT" dirty="0" err="1"/>
              <a:t>augue</a:t>
            </a:r>
            <a:r>
              <a:rPr lang="it-IT" dirty="0"/>
              <a:t>. </a:t>
            </a:r>
            <a:r>
              <a:rPr lang="it-IT" dirty="0" err="1"/>
              <a:t>Praesent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suscipit</a:t>
            </a:r>
            <a:r>
              <a:rPr lang="it-IT" dirty="0"/>
              <a:t> magna, ut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leo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eu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habitant</a:t>
            </a:r>
            <a:r>
              <a:rPr lang="it-IT" dirty="0"/>
              <a:t> morbi </a:t>
            </a:r>
            <a:r>
              <a:rPr lang="it-IT" dirty="0" err="1"/>
              <a:t>tristique</a:t>
            </a:r>
            <a:r>
              <a:rPr lang="it-IT" dirty="0"/>
              <a:t> </a:t>
            </a:r>
            <a:r>
              <a:rPr lang="it-IT" dirty="0" err="1"/>
              <a:t>senectus</a:t>
            </a:r>
            <a:r>
              <a:rPr lang="it-IT" dirty="0"/>
              <a:t> et </a:t>
            </a:r>
            <a:r>
              <a:rPr lang="it-IT" dirty="0" err="1"/>
              <a:t>netus</a:t>
            </a:r>
            <a:r>
              <a:rPr lang="it-IT" dirty="0"/>
              <a:t> et </a:t>
            </a:r>
            <a:r>
              <a:rPr lang="it-IT" dirty="0" err="1"/>
              <a:t>malesuada</a:t>
            </a:r>
            <a:r>
              <a:rPr lang="it-IT" dirty="0"/>
              <a:t> </a:t>
            </a:r>
            <a:r>
              <a:rPr lang="it-IT" dirty="0" err="1"/>
              <a:t>fames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egestas</a:t>
            </a:r>
            <a:r>
              <a:rPr lang="it-IT" dirty="0"/>
              <a:t>. Ut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 massa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 id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. </a:t>
            </a:r>
            <a:r>
              <a:rPr lang="it-IT" dirty="0" err="1"/>
              <a:t>Proin</a:t>
            </a:r>
            <a:r>
              <a:rPr lang="it-IT" dirty="0"/>
              <a:t> </a:t>
            </a:r>
            <a:r>
              <a:rPr lang="it-IT" dirty="0" err="1"/>
              <a:t>dapibus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urna </a:t>
            </a:r>
            <a:r>
              <a:rPr lang="it-IT" dirty="0" err="1"/>
              <a:t>venenatis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tincidunt</a:t>
            </a:r>
            <a:r>
              <a:rPr lang="it-IT" dirty="0"/>
              <a:t> </a:t>
            </a:r>
            <a:r>
              <a:rPr lang="it-IT" dirty="0" err="1"/>
              <a:t>congue</a:t>
            </a:r>
            <a:r>
              <a:rPr lang="it-IT" dirty="0"/>
              <a:t> eros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aliquet</a:t>
            </a:r>
            <a:r>
              <a:rPr lang="it-IT" dirty="0"/>
              <a:t>. </a:t>
            </a:r>
            <a:r>
              <a:rPr lang="it-IT" dirty="0" err="1"/>
              <a:t>Donec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, viverra </a:t>
            </a:r>
            <a:r>
              <a:rPr lang="it-IT" dirty="0" err="1"/>
              <a:t>dignissim</a:t>
            </a:r>
            <a:r>
              <a:rPr lang="it-IT" dirty="0"/>
              <a:t> </a:t>
            </a:r>
            <a:r>
              <a:rPr lang="it-IT" dirty="0" err="1"/>
              <a:t>metus</a:t>
            </a:r>
            <a:r>
              <a:rPr lang="it-IT" dirty="0"/>
              <a:t> </a:t>
            </a:r>
            <a:r>
              <a:rPr lang="it-IT" dirty="0" err="1"/>
              <a:t>fringilla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. </a:t>
            </a:r>
            <a:r>
              <a:rPr lang="it-IT" dirty="0" err="1"/>
              <a:t>Etiam</a:t>
            </a:r>
            <a:r>
              <a:rPr lang="it-IT" dirty="0"/>
              <a:t> odio eros, </a:t>
            </a:r>
            <a:r>
              <a:rPr lang="it-IT" dirty="0" err="1"/>
              <a:t>luctus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a, </a:t>
            </a:r>
            <a:r>
              <a:rPr lang="it-IT" dirty="0" err="1"/>
              <a:t>pretium</a:t>
            </a:r>
            <a:r>
              <a:rPr lang="it-IT" dirty="0"/>
              <a:t> non </a:t>
            </a:r>
            <a:r>
              <a:rPr lang="it-IT" dirty="0" err="1"/>
              <a:t>dui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nibh</a:t>
            </a:r>
            <a:r>
              <a:rPr lang="it-IT" dirty="0"/>
              <a:t> vitae </a:t>
            </a: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tempus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mattis</a:t>
            </a:r>
            <a:r>
              <a:rPr lang="it-IT" dirty="0"/>
              <a:t> </a:t>
            </a:r>
            <a:r>
              <a:rPr lang="it-IT" dirty="0" err="1"/>
              <a:t>purus</a:t>
            </a:r>
            <a:r>
              <a:rPr lang="it-IT" dirty="0"/>
              <a:t>, </a:t>
            </a:r>
            <a:r>
              <a:rPr lang="it-IT" dirty="0" err="1"/>
              <a:t>tempor</a:t>
            </a:r>
            <a:r>
              <a:rPr lang="it-IT" dirty="0"/>
              <a:t> </a:t>
            </a:r>
            <a:r>
              <a:rPr lang="it-IT" dirty="0" err="1"/>
              <a:t>vehicula</a:t>
            </a:r>
            <a:r>
              <a:rPr lang="it-IT" dirty="0"/>
              <a:t> orci </a:t>
            </a:r>
            <a:r>
              <a:rPr lang="it-IT" dirty="0" err="1"/>
              <a:t>congue</a:t>
            </a:r>
            <a:r>
              <a:rPr lang="it-IT" dirty="0"/>
              <a:t> a. </a:t>
            </a:r>
            <a:r>
              <a:rPr lang="it-IT" dirty="0" err="1"/>
              <a:t>Vestibulum</a:t>
            </a:r>
            <a:r>
              <a:rPr lang="it-IT" dirty="0"/>
              <a:t> </a:t>
            </a:r>
            <a:r>
              <a:rPr lang="it-IT" dirty="0" err="1"/>
              <a:t>scelerisque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.</a:t>
            </a:r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4" hasCustomPrompt="1"/>
          </p:nvPr>
        </p:nvSpPr>
        <p:spPr>
          <a:xfrm>
            <a:off x="323528" y="902856"/>
            <a:ext cx="7848872" cy="696786"/>
          </a:xfrm>
          <a:prstGeom prst="rect">
            <a:avLst/>
          </a:prstGeom>
        </p:spPr>
        <p:txBody>
          <a:bodyPr lIns="0" tIns="0" rIns="0" bIns="0"/>
          <a:lstStyle>
            <a:lvl1pPr marL="257175" marR="0" indent="-257175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2025" baseline="0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pPr lvl="0"/>
            <a:r>
              <a:rPr lang="fr-CH" dirty="0"/>
              <a:t>Inserisci titolo</a:t>
            </a:r>
          </a:p>
        </p:txBody>
      </p:sp>
    </p:spTree>
    <p:extLst>
      <p:ext uri="{BB962C8B-B14F-4D97-AF65-F5344CB8AC3E}">
        <p14:creationId xmlns:p14="http://schemas.microsoft.com/office/powerpoint/2010/main" val="415592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2"/>
          <p:cNvSpPr>
            <a:spLocks noGrp="1"/>
          </p:cNvSpPr>
          <p:nvPr>
            <p:ph type="body" sz="quarter" idx="15" hasCustomPrompt="1"/>
          </p:nvPr>
        </p:nvSpPr>
        <p:spPr>
          <a:xfrm>
            <a:off x="323528" y="935664"/>
            <a:ext cx="3816424" cy="3996444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1050" baseline="0"/>
            </a:lvl1pPr>
          </a:lstStyle>
          <a:p>
            <a:pPr marL="0" marR="0" lvl="0" indent="0" algn="l" defTabSz="3429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fr-CH" dirty="0"/>
              <a:t>Inserisci testo. </a:t>
            </a:r>
            <a:r>
              <a:rPr lang="it-IT" dirty="0" err="1"/>
              <a:t>Posuere</a:t>
            </a:r>
            <a:r>
              <a:rPr lang="it-IT" dirty="0"/>
              <a:t> non </a:t>
            </a:r>
            <a:r>
              <a:rPr lang="it-IT" dirty="0" err="1"/>
              <a:t>eleifend</a:t>
            </a:r>
            <a:r>
              <a:rPr lang="it-IT" dirty="0"/>
              <a:t> id, porta et </a:t>
            </a:r>
            <a:r>
              <a:rPr lang="it-IT" dirty="0" err="1"/>
              <a:t>augue</a:t>
            </a:r>
            <a:r>
              <a:rPr lang="it-IT" dirty="0"/>
              <a:t>. </a:t>
            </a:r>
            <a:r>
              <a:rPr lang="it-IT" dirty="0" err="1"/>
              <a:t>Praesent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suscipit</a:t>
            </a:r>
            <a:r>
              <a:rPr lang="it-IT" dirty="0"/>
              <a:t> magna, ut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leo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eu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habitant</a:t>
            </a:r>
            <a:r>
              <a:rPr lang="it-IT" dirty="0"/>
              <a:t> morbi </a:t>
            </a:r>
            <a:r>
              <a:rPr lang="it-IT" dirty="0" err="1"/>
              <a:t>tristique</a:t>
            </a:r>
            <a:r>
              <a:rPr lang="it-IT" dirty="0"/>
              <a:t> </a:t>
            </a:r>
            <a:r>
              <a:rPr lang="it-IT" dirty="0" err="1"/>
              <a:t>senectus</a:t>
            </a:r>
            <a:r>
              <a:rPr lang="it-IT" dirty="0"/>
              <a:t> et </a:t>
            </a:r>
            <a:r>
              <a:rPr lang="it-IT" dirty="0" err="1"/>
              <a:t>netus</a:t>
            </a:r>
            <a:r>
              <a:rPr lang="it-IT" dirty="0"/>
              <a:t> et </a:t>
            </a:r>
            <a:r>
              <a:rPr lang="it-IT" dirty="0" err="1"/>
              <a:t>malesuada</a:t>
            </a:r>
            <a:r>
              <a:rPr lang="it-IT" dirty="0"/>
              <a:t> </a:t>
            </a:r>
            <a:r>
              <a:rPr lang="it-IT" dirty="0" err="1"/>
              <a:t>fames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egestas</a:t>
            </a:r>
            <a:r>
              <a:rPr lang="it-IT" dirty="0"/>
              <a:t>. Ut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 massa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 id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. </a:t>
            </a:r>
            <a:r>
              <a:rPr lang="it-IT" dirty="0" err="1"/>
              <a:t>Proin</a:t>
            </a:r>
            <a:r>
              <a:rPr lang="it-IT" dirty="0"/>
              <a:t> </a:t>
            </a:r>
            <a:r>
              <a:rPr lang="it-IT" dirty="0" err="1"/>
              <a:t>dapibus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urna </a:t>
            </a:r>
            <a:r>
              <a:rPr lang="it-IT" dirty="0" err="1"/>
              <a:t>venenatis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tincidunt</a:t>
            </a:r>
            <a:r>
              <a:rPr lang="it-IT" dirty="0"/>
              <a:t> </a:t>
            </a:r>
            <a:r>
              <a:rPr lang="it-IT" dirty="0" err="1"/>
              <a:t>congue</a:t>
            </a:r>
            <a:r>
              <a:rPr lang="it-IT" dirty="0"/>
              <a:t> eros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aliquet</a:t>
            </a:r>
            <a:r>
              <a:rPr lang="it-IT" dirty="0"/>
              <a:t>. </a:t>
            </a:r>
            <a:r>
              <a:rPr lang="it-IT" dirty="0" err="1"/>
              <a:t>Donec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, viverra </a:t>
            </a:r>
            <a:r>
              <a:rPr lang="it-IT" dirty="0" err="1"/>
              <a:t>dignissim</a:t>
            </a:r>
            <a:r>
              <a:rPr lang="it-IT" dirty="0"/>
              <a:t> </a:t>
            </a:r>
            <a:r>
              <a:rPr lang="it-IT" dirty="0" err="1"/>
              <a:t>metus</a:t>
            </a:r>
            <a:r>
              <a:rPr lang="it-IT" dirty="0"/>
              <a:t> </a:t>
            </a:r>
            <a:r>
              <a:rPr lang="it-IT" dirty="0" err="1"/>
              <a:t>fringilla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. </a:t>
            </a:r>
            <a:r>
              <a:rPr lang="it-IT" dirty="0" err="1"/>
              <a:t>Etiam</a:t>
            </a:r>
            <a:r>
              <a:rPr lang="it-IT" dirty="0"/>
              <a:t> odio eros, </a:t>
            </a:r>
            <a:r>
              <a:rPr lang="it-IT" dirty="0" err="1"/>
              <a:t>luctus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a, </a:t>
            </a:r>
            <a:r>
              <a:rPr lang="it-IT" dirty="0" err="1"/>
              <a:t>pretium</a:t>
            </a:r>
            <a:r>
              <a:rPr lang="it-IT" dirty="0"/>
              <a:t> non </a:t>
            </a:r>
            <a:r>
              <a:rPr lang="it-IT" dirty="0" err="1"/>
              <a:t>dui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nibh</a:t>
            </a:r>
            <a:r>
              <a:rPr lang="it-IT" dirty="0"/>
              <a:t> vitae </a:t>
            </a: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tempus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mattis</a:t>
            </a:r>
            <a:r>
              <a:rPr lang="it-IT" dirty="0"/>
              <a:t> </a:t>
            </a:r>
            <a:r>
              <a:rPr lang="it-IT" dirty="0" err="1"/>
              <a:t>purus</a:t>
            </a:r>
            <a:r>
              <a:rPr lang="it-IT" dirty="0"/>
              <a:t>, </a:t>
            </a:r>
            <a:r>
              <a:rPr lang="it-IT" dirty="0" err="1"/>
              <a:t>tempor</a:t>
            </a:r>
            <a:r>
              <a:rPr lang="it-IT" dirty="0"/>
              <a:t> </a:t>
            </a:r>
            <a:r>
              <a:rPr lang="it-IT" dirty="0" err="1"/>
              <a:t>vehicula</a:t>
            </a:r>
            <a:r>
              <a:rPr lang="it-IT" dirty="0"/>
              <a:t> orci </a:t>
            </a:r>
            <a:r>
              <a:rPr lang="it-IT" dirty="0" err="1"/>
              <a:t>congue</a:t>
            </a:r>
            <a:r>
              <a:rPr lang="it-IT" dirty="0"/>
              <a:t> a. </a:t>
            </a:r>
            <a:r>
              <a:rPr lang="it-IT" dirty="0" err="1"/>
              <a:t>Vestibulum</a:t>
            </a:r>
            <a:r>
              <a:rPr lang="it-IT" dirty="0"/>
              <a:t> </a:t>
            </a:r>
            <a:r>
              <a:rPr lang="it-IT" dirty="0" err="1"/>
              <a:t>scelerisque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. </a:t>
            </a:r>
            <a:r>
              <a:rPr lang="it-IT" dirty="0" err="1"/>
              <a:t>fames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egestas</a:t>
            </a:r>
            <a:r>
              <a:rPr lang="it-IT" dirty="0"/>
              <a:t>. Ut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 massa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 id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. </a:t>
            </a:r>
            <a:r>
              <a:rPr lang="it-IT" dirty="0" err="1"/>
              <a:t>Proin</a:t>
            </a:r>
            <a:r>
              <a:rPr lang="it-IT" dirty="0"/>
              <a:t> </a:t>
            </a:r>
            <a:r>
              <a:rPr lang="it-IT" dirty="0" err="1"/>
              <a:t>dapibus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urna </a:t>
            </a:r>
            <a:r>
              <a:rPr lang="it-IT" dirty="0" err="1"/>
              <a:t>venenatis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tincidunt</a:t>
            </a:r>
            <a:r>
              <a:rPr lang="it-IT" dirty="0"/>
              <a:t> </a:t>
            </a:r>
            <a:r>
              <a:rPr lang="it-IT" dirty="0" err="1"/>
              <a:t>congue</a:t>
            </a:r>
            <a:r>
              <a:rPr lang="it-IT" dirty="0"/>
              <a:t> eros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aliquet</a:t>
            </a:r>
            <a:r>
              <a:rPr lang="it-IT" dirty="0"/>
              <a:t>. </a:t>
            </a:r>
            <a:r>
              <a:rPr lang="it-IT" dirty="0" err="1"/>
              <a:t>Donec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, viverra </a:t>
            </a:r>
            <a:r>
              <a:rPr lang="it-IT" dirty="0" err="1"/>
              <a:t>dignissim</a:t>
            </a:r>
            <a:r>
              <a:rPr lang="it-IT" dirty="0"/>
              <a:t> </a:t>
            </a:r>
            <a:r>
              <a:rPr lang="it-IT" dirty="0" err="1"/>
              <a:t>metus</a:t>
            </a:r>
            <a:r>
              <a:rPr lang="it-IT" dirty="0"/>
              <a:t> </a:t>
            </a:r>
            <a:r>
              <a:rPr lang="it-IT" dirty="0" err="1"/>
              <a:t>fringilla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. </a:t>
            </a:r>
            <a:r>
              <a:rPr lang="it-IT" dirty="0" err="1"/>
              <a:t>Etiam</a:t>
            </a:r>
            <a:r>
              <a:rPr lang="it-IT" dirty="0"/>
              <a:t> odio eros, </a:t>
            </a:r>
            <a:r>
              <a:rPr lang="it-IT" dirty="0" err="1"/>
              <a:t>luctus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a, </a:t>
            </a:r>
            <a:r>
              <a:rPr lang="it-IT" dirty="0" err="1"/>
              <a:t>pretium</a:t>
            </a:r>
            <a:r>
              <a:rPr lang="it-IT" dirty="0"/>
              <a:t> non </a:t>
            </a:r>
            <a:r>
              <a:rPr lang="it-IT" dirty="0" err="1"/>
              <a:t>dui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nibh</a:t>
            </a:r>
            <a:r>
              <a:rPr lang="it-IT" dirty="0"/>
              <a:t> vitae </a:t>
            </a: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tempus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mattis</a:t>
            </a:r>
            <a:r>
              <a:rPr lang="it-IT" dirty="0"/>
              <a:t> </a:t>
            </a:r>
            <a:r>
              <a:rPr lang="it-IT" dirty="0" err="1"/>
              <a:t>purus</a:t>
            </a:r>
            <a:r>
              <a:rPr lang="it-IT" dirty="0"/>
              <a:t>, </a:t>
            </a:r>
            <a:r>
              <a:rPr lang="it-IT" dirty="0" err="1"/>
              <a:t>tempor</a:t>
            </a:r>
            <a:r>
              <a:rPr lang="it-IT" dirty="0"/>
              <a:t> </a:t>
            </a:r>
            <a:r>
              <a:rPr lang="it-IT" dirty="0" err="1"/>
              <a:t>vehicula</a:t>
            </a:r>
            <a:r>
              <a:rPr lang="it-IT" dirty="0"/>
              <a:t> orci </a:t>
            </a:r>
            <a:r>
              <a:rPr lang="it-IT" dirty="0" err="1"/>
              <a:t>congue</a:t>
            </a:r>
            <a:r>
              <a:rPr lang="it-IT" dirty="0"/>
              <a:t> a. </a:t>
            </a:r>
            <a:r>
              <a:rPr lang="it-IT" dirty="0" err="1"/>
              <a:t>Vestibulum</a:t>
            </a:r>
            <a:r>
              <a:rPr lang="it-IT" dirty="0"/>
              <a:t> </a:t>
            </a:r>
            <a:r>
              <a:rPr lang="it-IT" dirty="0" err="1"/>
              <a:t>scelerisque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80655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testo; 2/3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12"/>
          <p:cNvSpPr>
            <a:spLocks noGrp="1"/>
          </p:cNvSpPr>
          <p:nvPr>
            <p:ph type="body" sz="quarter" idx="13" hasCustomPrompt="1"/>
          </p:nvPr>
        </p:nvSpPr>
        <p:spPr>
          <a:xfrm>
            <a:off x="323528" y="935694"/>
            <a:ext cx="2520280" cy="3996444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050" baseline="0"/>
            </a:lvl1pPr>
          </a:lstStyle>
          <a:p>
            <a:pPr lvl="0"/>
            <a:r>
              <a:rPr lang="fr-CH" dirty="0"/>
              <a:t>Inserisci testo. </a:t>
            </a:r>
            <a:r>
              <a:rPr lang="it-IT" dirty="0" err="1"/>
              <a:t>Posuere</a:t>
            </a:r>
            <a:r>
              <a:rPr lang="it-IT" dirty="0"/>
              <a:t> non </a:t>
            </a:r>
            <a:r>
              <a:rPr lang="it-IT" dirty="0" err="1"/>
              <a:t>eleifend</a:t>
            </a:r>
            <a:r>
              <a:rPr lang="it-IT" dirty="0"/>
              <a:t> id, porta et </a:t>
            </a:r>
            <a:r>
              <a:rPr lang="it-IT" dirty="0" err="1"/>
              <a:t>augue</a:t>
            </a:r>
            <a:r>
              <a:rPr lang="it-IT" dirty="0"/>
              <a:t>. </a:t>
            </a:r>
            <a:r>
              <a:rPr lang="it-IT" dirty="0" err="1"/>
              <a:t>Praesent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suscipit</a:t>
            </a:r>
            <a:r>
              <a:rPr lang="it-IT" dirty="0"/>
              <a:t> magna, ut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leo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eu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habitant</a:t>
            </a:r>
            <a:r>
              <a:rPr lang="it-IT" dirty="0"/>
              <a:t> morbi </a:t>
            </a:r>
            <a:r>
              <a:rPr lang="it-IT" dirty="0" err="1"/>
              <a:t>tristique</a:t>
            </a:r>
            <a:r>
              <a:rPr lang="it-IT" dirty="0"/>
              <a:t> </a:t>
            </a:r>
            <a:r>
              <a:rPr lang="it-IT" dirty="0" err="1"/>
              <a:t>senectus</a:t>
            </a:r>
            <a:r>
              <a:rPr lang="it-IT" dirty="0"/>
              <a:t> et </a:t>
            </a:r>
            <a:r>
              <a:rPr lang="it-IT" dirty="0" err="1"/>
              <a:t>netus</a:t>
            </a:r>
            <a:r>
              <a:rPr lang="it-IT" dirty="0"/>
              <a:t> et </a:t>
            </a:r>
            <a:r>
              <a:rPr lang="it-IT" dirty="0" err="1"/>
              <a:t>malesuada</a:t>
            </a:r>
            <a:r>
              <a:rPr lang="it-IT" dirty="0"/>
              <a:t> </a:t>
            </a:r>
            <a:r>
              <a:rPr lang="it-IT" dirty="0" err="1"/>
              <a:t>fames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egestas</a:t>
            </a:r>
            <a:r>
              <a:rPr lang="it-IT" dirty="0"/>
              <a:t>. Ut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 massa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 id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. </a:t>
            </a:r>
            <a:r>
              <a:rPr lang="it-IT" dirty="0" err="1"/>
              <a:t>Proin</a:t>
            </a:r>
            <a:r>
              <a:rPr lang="it-IT" dirty="0"/>
              <a:t> </a:t>
            </a:r>
            <a:r>
              <a:rPr lang="it-IT" dirty="0" err="1"/>
              <a:t>dapibus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urna </a:t>
            </a:r>
            <a:r>
              <a:rPr lang="it-IT" dirty="0" err="1"/>
              <a:t>venenatis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tincidunt</a:t>
            </a:r>
            <a:r>
              <a:rPr lang="it-IT" dirty="0"/>
              <a:t> </a:t>
            </a:r>
            <a:r>
              <a:rPr lang="it-IT" dirty="0" err="1"/>
              <a:t>congue</a:t>
            </a:r>
            <a:r>
              <a:rPr lang="it-IT" dirty="0"/>
              <a:t> eros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aliquet</a:t>
            </a:r>
            <a:r>
              <a:rPr lang="it-IT" dirty="0"/>
              <a:t>. </a:t>
            </a:r>
            <a:r>
              <a:rPr lang="it-IT" dirty="0" err="1"/>
              <a:t>Donec</a:t>
            </a:r>
            <a:r>
              <a:rPr lang="it-IT" dirty="0"/>
              <a:t> </a:t>
            </a:r>
            <a:r>
              <a:rPr lang="it-IT" dirty="0" err="1"/>
              <a:t>ultricies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, viverra </a:t>
            </a:r>
            <a:r>
              <a:rPr lang="it-IT" dirty="0" err="1"/>
              <a:t>dignissim</a:t>
            </a:r>
            <a:r>
              <a:rPr lang="it-IT" dirty="0"/>
              <a:t> </a:t>
            </a:r>
            <a:r>
              <a:rPr lang="it-IT" dirty="0" err="1"/>
              <a:t>metus</a:t>
            </a:r>
            <a:r>
              <a:rPr lang="it-IT" dirty="0"/>
              <a:t> </a:t>
            </a:r>
            <a:r>
              <a:rPr lang="it-IT" dirty="0" err="1"/>
              <a:t>fringilla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. </a:t>
            </a:r>
            <a:r>
              <a:rPr lang="it-IT" dirty="0" err="1"/>
              <a:t>Etiam</a:t>
            </a:r>
            <a:r>
              <a:rPr lang="it-IT" dirty="0"/>
              <a:t> odio eros, </a:t>
            </a:r>
            <a:r>
              <a:rPr lang="it-IT" dirty="0" err="1"/>
              <a:t>luctus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a, </a:t>
            </a:r>
            <a:r>
              <a:rPr lang="it-IT" dirty="0" err="1"/>
              <a:t>pretium</a:t>
            </a:r>
            <a:r>
              <a:rPr lang="it-IT" dirty="0"/>
              <a:t> non </a:t>
            </a:r>
            <a:r>
              <a:rPr lang="it-IT" dirty="0" err="1"/>
              <a:t>dui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nibh</a:t>
            </a:r>
            <a:r>
              <a:rPr lang="it-IT" dirty="0"/>
              <a:t> vitae </a:t>
            </a: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 </a:t>
            </a:r>
            <a:r>
              <a:rPr lang="it-IT" dirty="0" err="1"/>
              <a:t>tempus</a:t>
            </a:r>
            <a:r>
              <a:rPr lang="it-IT" dirty="0"/>
              <a:t>. </a:t>
            </a:r>
            <a:r>
              <a:rPr lang="it-IT" dirty="0" err="1"/>
              <a:t>Quisque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mattis</a:t>
            </a:r>
            <a:r>
              <a:rPr lang="it-IT" dirty="0"/>
              <a:t> </a:t>
            </a:r>
            <a:r>
              <a:rPr lang="it-IT" dirty="0" err="1"/>
              <a:t>purus</a:t>
            </a:r>
            <a:r>
              <a:rPr lang="it-IT" dirty="0"/>
              <a:t>, </a:t>
            </a:r>
            <a:r>
              <a:rPr lang="it-IT" dirty="0" err="1"/>
              <a:t>tempor</a:t>
            </a:r>
            <a:r>
              <a:rPr lang="it-IT" dirty="0"/>
              <a:t> </a:t>
            </a:r>
            <a:r>
              <a:rPr lang="it-IT" dirty="0" err="1"/>
              <a:t>vehicula</a:t>
            </a:r>
            <a:r>
              <a:rPr lang="it-IT" dirty="0"/>
              <a:t> orci </a:t>
            </a:r>
            <a:r>
              <a:rPr lang="it-IT" dirty="0" err="1"/>
              <a:t>congue</a:t>
            </a:r>
            <a:r>
              <a:rPr lang="it-IT" dirty="0"/>
              <a:t> a. </a:t>
            </a:r>
            <a:r>
              <a:rPr lang="it-IT" dirty="0" err="1"/>
              <a:t>Vestibulum</a:t>
            </a:r>
            <a:r>
              <a:rPr lang="it-IT" dirty="0"/>
              <a:t> </a:t>
            </a:r>
            <a:r>
              <a:rPr lang="it-IT" dirty="0" err="1"/>
              <a:t>scelerisque</a:t>
            </a:r>
            <a:r>
              <a:rPr lang="it-IT" dirty="0"/>
              <a:t> </a:t>
            </a:r>
            <a:r>
              <a:rPr lang="it-IT" dirty="0" err="1"/>
              <a:t>commodo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 </a:t>
            </a:r>
            <a:r>
              <a:rPr lang="it-IT" dirty="0" err="1"/>
              <a:t>eleifend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8599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magin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3006216"/>
            <a:ext cx="271836" cy="1911721"/>
          </a:xfrm>
          <a:prstGeom prst="rect">
            <a:avLst/>
          </a:prstGeom>
        </p:spPr>
      </p:pic>
      <p:pic>
        <p:nvPicPr>
          <p:cNvPr id="3" name="Immagine 6" descr="logo_SUPSI_acr.gif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51520" y="195486"/>
            <a:ext cx="648072" cy="1994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33806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40" r:id="rId1"/>
    <p:sldLayoutId id="2147484141" r:id="rId2"/>
    <p:sldLayoutId id="2147484142" r:id="rId3"/>
    <p:sldLayoutId id="2147484143" r:id="rId4"/>
  </p:sldLayoutIdLst>
  <p:hf hdr="0" ftr="0"/>
  <p:txStyles>
    <p:titleStyle>
      <a:lvl1pPr algn="ctr" defTabSz="342900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ＭＳ Ｐゴシック" pitchFamily="-128" charset="-128"/>
          <a:cs typeface="ＭＳ Ｐゴシック" pitchFamily="-128" charset="-128"/>
        </a:defRPr>
      </a:lvl1pPr>
      <a:lvl2pPr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2pPr>
      <a:lvl3pPr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3pPr>
      <a:lvl4pPr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4pPr>
      <a:lvl5pPr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5pPr>
      <a:lvl6pPr marL="342900"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6pPr>
      <a:lvl7pPr marL="685800"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7pPr>
      <a:lvl8pPr marL="1028700"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8pPr>
      <a:lvl9pPr marL="1371600" algn="ctr" defTabSz="342900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Times New Roman" pitchFamily="-128" charset="-52"/>
          <a:ea typeface="ＭＳ Ｐゴシック" pitchFamily="-128" charset="-128"/>
          <a:cs typeface="ＭＳ Ｐゴシック" pitchFamily="-128" charset="-128"/>
        </a:defRPr>
      </a:lvl9pPr>
    </p:titleStyle>
    <p:bodyStyle>
      <a:lvl1pPr marL="257175" indent="-257175" algn="l" defTabSz="3429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pitchFamily="-128" charset="-128"/>
          <a:cs typeface="ＭＳ Ｐゴシック" pitchFamily="-128" charset="-128"/>
        </a:defRPr>
      </a:lvl1pPr>
      <a:lvl2pPr marL="557213" indent="-214313" algn="l" defTabSz="3429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2pPr>
      <a:lvl3pPr marL="857250" indent="-171450" algn="l" defTabSz="3429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3pPr>
      <a:lvl4pPr marL="1200150" indent="-171450" algn="l" defTabSz="3429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4pPr>
      <a:lvl5pPr marL="1543050" indent="-171450" algn="l" defTabSz="3429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ＭＳ Ｐゴシック" pitchFamily="-128" charset="-128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251520" y="1367821"/>
            <a:ext cx="7848550" cy="1458162"/>
          </a:xfrm>
        </p:spPr>
        <p:txBody>
          <a:bodyPr/>
          <a:lstStyle/>
          <a:p>
            <a:r>
              <a:rPr lang="it-IT" dirty="0"/>
              <a:t>Identificazione di allucinazioni in LLMs mediante quantificazione dell'incertezza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it-IT" dirty="0"/>
              <a:t>Lorenzo Rutolo</a:t>
            </a:r>
          </a:p>
          <a:p>
            <a:r>
              <a:rPr lang="it-IT" dirty="0"/>
              <a:t>Simone Santangelo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it-IT" dirty="0"/>
              <a:t>Studente/i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it-IT" dirty="0"/>
              <a:t>Ingegneria Informatica</a:t>
            </a:r>
          </a:p>
        </p:txBody>
      </p:sp>
      <p:sp>
        <p:nvSpPr>
          <p:cNvPr id="6" name="Segnaposto testo 5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it-IT" dirty="0"/>
              <a:t>Corso di laurea</a:t>
            </a:r>
          </a:p>
        </p:txBody>
      </p:sp>
      <p:sp>
        <p:nvSpPr>
          <p:cNvPr id="7" name="Segnaposto testo 6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it-IT" dirty="0"/>
              <a:t>Modulo / Codice Progetto</a:t>
            </a:r>
          </a:p>
        </p:txBody>
      </p:sp>
      <p:sp>
        <p:nvSpPr>
          <p:cNvPr id="8" name="Segnaposto testo 7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it-IT" dirty="0"/>
              <a:t>Progetto di Semestre</a:t>
            </a:r>
          </a:p>
        </p:txBody>
      </p:sp>
      <p:sp>
        <p:nvSpPr>
          <p:cNvPr id="9" name="Segnaposto testo 8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it-IT" dirty="0"/>
              <a:t>Relatore</a:t>
            </a:r>
          </a:p>
        </p:txBody>
      </p:sp>
      <p:sp>
        <p:nvSpPr>
          <p:cNvPr id="10" name="Segnaposto testo 9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it-IT" dirty="0"/>
              <a:t>Alessandro Antonucci</a:t>
            </a:r>
          </a:p>
        </p:txBody>
      </p:sp>
      <p:sp>
        <p:nvSpPr>
          <p:cNvPr id="11" name="Segnaposto testo 10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it-IT" dirty="0"/>
              <a:t>Alessandro Antonucci</a:t>
            </a:r>
          </a:p>
        </p:txBody>
      </p:sp>
      <p:sp>
        <p:nvSpPr>
          <p:cNvPr id="12" name="Segnaposto testo 11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it-IT" dirty="0"/>
              <a:t>Committente</a:t>
            </a:r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it-IT" dirty="0"/>
              <a:t>Anno</a:t>
            </a:r>
          </a:p>
        </p:txBody>
      </p:sp>
      <p:sp>
        <p:nvSpPr>
          <p:cNvPr id="14" name="Segnaposto testo 13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it-IT" dirty="0"/>
              <a:t>2025-2026</a:t>
            </a:r>
          </a:p>
        </p:txBody>
      </p:sp>
      <p:sp>
        <p:nvSpPr>
          <p:cNvPr id="17" name="Segnaposto testo 16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it-IT" dirty="0"/>
              <a:t>20.05.2026</a:t>
            </a:r>
          </a:p>
        </p:txBody>
      </p:sp>
      <p:sp>
        <p:nvSpPr>
          <p:cNvPr id="18" name="Segnaposto testo 17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it-IT" dirty="0"/>
              <a:t>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CF6A24-0FAB-3E03-5522-1E0922FE6AA5}"/>
              </a:ext>
            </a:extLst>
          </p:cNvPr>
          <p:cNvSpPr txBox="1"/>
          <p:nvPr/>
        </p:nvSpPr>
        <p:spPr>
          <a:xfrm>
            <a:off x="-2361537" y="-5406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110957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/>
              <a:t>Indice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26A6A45-214A-DAA6-7A8E-39143711F4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4965464"/>
              </p:ext>
            </p:extLst>
          </p:nvPr>
        </p:nvGraphicFramePr>
        <p:xfrm>
          <a:off x="467544" y="1347614"/>
          <a:ext cx="7944544" cy="3600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736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751A3-85C7-AEF8-0C65-5D06CFE4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4AA81E5A-4D54-E567-FE93-8EA7A744F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r>
              <a:rPr lang="en-GB" dirty="0" err="1"/>
              <a:t>Frequentiamo</a:t>
            </a:r>
            <a:r>
              <a:rPr lang="en-GB" dirty="0"/>
              <a:t> la SUPSI (6°semestre)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AD3A587-A57C-9036-A77B-25DC8ECF47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Contesto</a:t>
            </a:r>
            <a:r>
              <a:rPr lang="en-GB" dirty="0"/>
              <a:t> e </a:t>
            </a:r>
            <a:r>
              <a:rPr lang="en-GB" dirty="0" err="1"/>
              <a:t>Motivazione</a:t>
            </a:r>
            <a:endParaRPr lang="en-GB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26340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16F3-728A-5F74-60E3-7D420B17F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21C7A46-BDD0-73BE-E60B-CADEC40A82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E3704BD-3760-CAE4-9354-78B504C4EA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Obbiettivo</a:t>
            </a:r>
            <a:endParaRPr lang="en-GB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44796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CED3D-0CE9-A511-026D-86581C9B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5FC6347-DD2A-A3E0-C9C7-3135D7D968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29F684B-3555-A7F5-2D78-625B01C4777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Problemi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2352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84598-429A-33A0-2617-F5E18D8C2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BA4A93F-86EE-3AE6-E2BC-75457DB3C7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8DC585A-70A0-C7A4-585A-CAFE329B12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Stato dell’arte</a:t>
            </a:r>
          </a:p>
        </p:txBody>
      </p:sp>
    </p:spTree>
    <p:extLst>
      <p:ext uri="{BB962C8B-B14F-4D97-AF65-F5344CB8AC3E}">
        <p14:creationId xmlns:p14="http://schemas.microsoft.com/office/powerpoint/2010/main" val="289973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57E90-216C-82CA-793D-C1F4C920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12C4C9B-F6C2-DCC4-00F0-30F730F8E5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AE31DA4-C79C-BF3E-BAE9-97235DF095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Approccio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2724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21E4B-80BB-E6C6-CD1A-EC0AEEA8E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2BBFD56-3D6F-FA05-397D-18E11E8BEB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8E799BA-DC44-3C2C-83CB-00887C5516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Risultato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7575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DA62B-E4B2-AF5A-51DB-41820BF70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8450BB1-87B0-05FC-D80E-20A699CF5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528" y="1736229"/>
            <a:ext cx="7848872" cy="3186354"/>
          </a:xfrm>
        </p:spPr>
        <p:txBody>
          <a:bodyPr/>
          <a:lstStyle/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4C2FD86-6877-674E-E51E-EBF78EF6EE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 err="1"/>
              <a:t>Conclusioni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5732288"/>
      </p:ext>
    </p:extLst>
  </p:cSld>
  <p:clrMapOvr>
    <a:masterClrMapping/>
  </p:clrMapOvr>
</p:sld>
</file>

<file path=ppt/theme/theme1.xml><?xml version="1.0" encoding="utf-8"?>
<a:theme xmlns:a="http://schemas.openxmlformats.org/drawingml/2006/main" name="PPT_StudentKit_DTI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">
      <a:majorFont>
        <a:latin typeface="Times New Roman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PPT_StudentKit_DTI</Template>
  <TotalTime>267</TotalTime>
  <Words>66</Words>
  <Application>Microsoft Macintosh PowerPoint</Application>
  <PresentationFormat>On-screen Show (16:9)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Times New Roman</vt:lpstr>
      <vt:lpstr>PPT_StudentKit_DTI</vt:lpstr>
      <vt:lpstr>Identificazione di allucinazioni in LLMs mediante quantificazione dell'incertezza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SUPSI-DTI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giofre</dc:creator>
  <cp:lastModifiedBy>Santangelo Simone</cp:lastModifiedBy>
  <cp:revision>7</cp:revision>
  <cp:lastPrinted>2012-05-23T12:47:14Z</cp:lastPrinted>
  <dcterms:created xsi:type="dcterms:W3CDTF">2012-06-06T06:29:02Z</dcterms:created>
  <dcterms:modified xsi:type="dcterms:W3CDTF">2026-05-02T17:57:09Z</dcterms:modified>
</cp:coreProperties>
</file>
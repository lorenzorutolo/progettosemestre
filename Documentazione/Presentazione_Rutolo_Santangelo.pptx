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39" r:id="rId1"/>
  </p:sldMasterIdLst>
  <p:notesMasterIdLst>
    <p:notesMasterId r:id="rId6"/>
  </p:notesMasterIdLst>
  <p:handoutMasterIdLst>
    <p:handoutMasterId r:id="rId7"/>
  </p:handoutMasterIdLst>
  <p:sldIdLst>
    <p:sldId id="268" r:id="rId2"/>
    <p:sldId id="266" r:id="rId3"/>
    <p:sldId id="267" r:id="rId4"/>
    <p:sldId id="263" r:id="rId5"/>
  </p:sldIdLst>
  <p:sldSz cx="9144000" cy="5143500" type="screen16x9"/>
  <p:notesSz cx="6858000" cy="91440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0" autoAdjust="0"/>
    <p:restoredTop sz="94658" autoAdjust="0"/>
  </p:normalViewPr>
  <p:slideViewPr>
    <p:cSldViewPr>
      <p:cViewPr varScale="1">
        <p:scale>
          <a:sx n="160" d="100"/>
          <a:sy n="160" d="100"/>
        </p:scale>
        <p:origin x="2520" y="68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388A7-5429-7442-BD81-798B3F4B5BE0}" type="datetime1">
              <a:rPr lang="it-IT"/>
              <a:pPr/>
              <a:t>30/04/26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3144663-F296-154C-879B-F265E0A1929F}" type="slidenum">
              <a:rPr lang="it-IT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3762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Click to edit Master text styles</a:t>
            </a:r>
          </a:p>
          <a:p>
            <a:pPr lvl="1"/>
            <a:r>
              <a:rPr lang="it-IT" noProof="0"/>
              <a:t>Second level</a:t>
            </a:r>
          </a:p>
          <a:p>
            <a:pPr lvl="2"/>
            <a:r>
              <a:rPr lang="it-IT" noProof="0"/>
              <a:t>Third level</a:t>
            </a:r>
          </a:p>
          <a:p>
            <a:pPr lvl="3"/>
            <a:r>
              <a:rPr lang="it-IT" noProof="0"/>
              <a:t>Fourth level</a:t>
            </a:r>
          </a:p>
          <a:p>
            <a:pPr lvl="4"/>
            <a:r>
              <a:rPr lang="it-IT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6425F76-5FCB-3E42-9F4B-C72054CFC5AB}" type="slidenum">
              <a:rPr lang="it-IT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75988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ma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23850" y="1441940"/>
            <a:ext cx="7848550" cy="1458162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defRPr sz="3150" baseline="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fr-CH" dirty="0"/>
              <a:t>Inserisci titolo</a:t>
            </a:r>
            <a:endParaRPr lang="it-IT" dirty="0"/>
          </a:p>
        </p:txBody>
      </p:sp>
      <p:sp>
        <p:nvSpPr>
          <p:cNvPr id="6" name="Segnaposto tes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8" y="3208616"/>
            <a:ext cx="2520280" cy="378042"/>
          </a:xfrm>
          <a:prstGeom prst="rect">
            <a:avLst/>
          </a:prstGeom>
        </p:spPr>
        <p:txBody>
          <a:bodyPr lIns="0" tIns="0" rIns="0" bIns="0"/>
          <a:lstStyle>
            <a:lvl1pPr marL="257175" marR="0" indent="-257175" algn="l" defTabSz="3429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050" baseline="0"/>
            </a:lvl1pPr>
          </a:lstStyle>
          <a:p>
            <a:pPr lvl="0"/>
            <a:r>
              <a:rPr lang="fr-CH" dirty="0"/>
              <a:t>Inserire nome studente</a:t>
            </a:r>
          </a:p>
        </p:txBody>
      </p:sp>
      <p:cxnSp>
        <p:nvCxnSpPr>
          <p:cNvPr id="11" name="Connettore 1 10"/>
          <p:cNvCxnSpPr/>
          <p:nvPr userDrawn="1"/>
        </p:nvCxnSpPr>
        <p:spPr>
          <a:xfrm>
            <a:off x="323528" y="3009401"/>
            <a:ext cx="7848872" cy="0"/>
          </a:xfrm>
          <a:prstGeom prst="line">
            <a:avLst/>
          </a:prstGeom>
          <a:ln w="63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egnaposto testo 12"/>
          <p:cNvSpPr>
            <a:spLocks noGrp="1"/>
          </p:cNvSpPr>
          <p:nvPr>
            <p:ph type="body" sz="quarter" idx="17" hasCustomPrompt="1"/>
          </p:nvPr>
        </p:nvSpPr>
        <p:spPr>
          <a:xfrm>
            <a:off x="323528" y="3046598"/>
            <a:ext cx="2520280" cy="10801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600" baseline="0"/>
            </a:lvl1pPr>
          </a:lstStyle>
          <a:p>
            <a:pPr lvl="0"/>
            <a:r>
              <a:rPr lang="fr-CH" dirty="0"/>
              <a:t>Studente/i</a:t>
            </a:r>
          </a:p>
        </p:txBody>
      </p:sp>
      <p:sp>
        <p:nvSpPr>
          <p:cNvPr id="24" name="Segnaposto testo 12"/>
          <p:cNvSpPr>
            <a:spLocks noGrp="1"/>
          </p:cNvSpPr>
          <p:nvPr>
            <p:ph type="body" sz="quarter" idx="24" hasCustomPrompt="1"/>
          </p:nvPr>
        </p:nvSpPr>
        <p:spPr>
          <a:xfrm>
            <a:off x="323528" y="3998878"/>
            <a:ext cx="2520280" cy="378042"/>
          </a:xfrm>
          <a:prstGeom prst="rect">
            <a:avLst/>
          </a:prstGeom>
        </p:spPr>
        <p:txBody>
          <a:bodyPr lIns="0" tIns="0" rIns="0" bIns="0"/>
          <a:lstStyle>
            <a:lvl1pPr marL="257175" marR="0" indent="-257175" algn="l" defTabSz="3429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050" baseline="0"/>
            </a:lvl1pPr>
          </a:lstStyle>
          <a:p>
            <a:pPr lvl="0"/>
            <a:r>
              <a:rPr lang="fr-CH" dirty="0"/>
              <a:t>Inserire corso di laurea</a:t>
            </a:r>
          </a:p>
        </p:txBody>
      </p:sp>
      <p:cxnSp>
        <p:nvCxnSpPr>
          <p:cNvPr id="25" name="Connettore 1 24"/>
          <p:cNvCxnSpPr/>
          <p:nvPr userDrawn="1"/>
        </p:nvCxnSpPr>
        <p:spPr>
          <a:xfrm>
            <a:off x="323528" y="3799664"/>
            <a:ext cx="7848872" cy="0"/>
          </a:xfrm>
          <a:prstGeom prst="line">
            <a:avLst/>
          </a:prstGeom>
          <a:ln w="63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egnaposto testo 12"/>
          <p:cNvSpPr>
            <a:spLocks noGrp="1"/>
          </p:cNvSpPr>
          <p:nvPr>
            <p:ph type="body" sz="quarter" idx="25" hasCustomPrompt="1"/>
          </p:nvPr>
        </p:nvSpPr>
        <p:spPr>
          <a:xfrm>
            <a:off x="323528" y="3836860"/>
            <a:ext cx="2520280" cy="10801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600" baseline="0"/>
            </a:lvl1pPr>
          </a:lstStyle>
          <a:p>
            <a:pPr lvl="0"/>
            <a:r>
              <a:rPr lang="fr-CH" dirty="0"/>
              <a:t>Corso di laurea</a:t>
            </a:r>
          </a:p>
        </p:txBody>
      </p:sp>
      <p:sp>
        <p:nvSpPr>
          <p:cNvPr id="27" name="Segnaposto testo 12"/>
          <p:cNvSpPr>
            <a:spLocks noGrp="1"/>
          </p:cNvSpPr>
          <p:nvPr>
            <p:ph type="body" sz="quarter" idx="26" hasCustomPrompt="1"/>
          </p:nvPr>
        </p:nvSpPr>
        <p:spPr>
          <a:xfrm>
            <a:off x="2987824" y="3836860"/>
            <a:ext cx="2520280" cy="10801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600" baseline="0"/>
            </a:lvl1pPr>
          </a:lstStyle>
          <a:p>
            <a:pPr lvl="0"/>
            <a:r>
              <a:rPr lang="fr-CH" dirty="0"/>
              <a:t>Modulo / </a:t>
            </a:r>
            <a:r>
              <a:rPr lang="fr-CH" dirty="0" err="1"/>
              <a:t>Codice</a:t>
            </a:r>
            <a:r>
              <a:rPr lang="fr-CH" dirty="0"/>
              <a:t> </a:t>
            </a:r>
            <a:r>
              <a:rPr lang="fr-CH" dirty="0" err="1"/>
              <a:t>Progetto</a:t>
            </a:r>
            <a:endParaRPr lang="fr-CH" dirty="0"/>
          </a:p>
        </p:txBody>
      </p:sp>
      <p:sp>
        <p:nvSpPr>
          <p:cNvPr id="30" name="Segnaposto testo 12"/>
          <p:cNvSpPr>
            <a:spLocks noGrp="1"/>
          </p:cNvSpPr>
          <p:nvPr>
            <p:ph type="body" sz="quarter" idx="29" hasCustomPrompt="1"/>
          </p:nvPr>
        </p:nvSpPr>
        <p:spPr>
          <a:xfrm>
            <a:off x="2987824" y="3998878"/>
            <a:ext cx="2520280" cy="378042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050" baseline="0"/>
            </a:lvl1pPr>
          </a:lstStyle>
          <a:p>
            <a:pPr lvl="0"/>
            <a:r>
              <a:rPr lang="fr-CH" dirty="0" err="1"/>
              <a:t>Inserire</a:t>
            </a:r>
            <a:r>
              <a:rPr lang="fr-CH" dirty="0"/>
              <a:t> modulo / </a:t>
            </a:r>
            <a:r>
              <a:rPr lang="fr-CH" dirty="0" err="1"/>
              <a:t>Codice</a:t>
            </a:r>
            <a:r>
              <a:rPr lang="fr-CH" dirty="0"/>
              <a:t> </a:t>
            </a:r>
            <a:r>
              <a:rPr lang="fr-CH" dirty="0" err="1"/>
              <a:t>Progetto</a:t>
            </a:r>
            <a:r>
              <a:rPr lang="fr-CH" dirty="0"/>
              <a:t> se </a:t>
            </a:r>
            <a:r>
              <a:rPr lang="fr-CH" dirty="0" err="1"/>
              <a:t>disponibile</a:t>
            </a:r>
            <a:endParaRPr lang="fr-CH" dirty="0"/>
          </a:p>
        </p:txBody>
      </p:sp>
      <p:sp>
        <p:nvSpPr>
          <p:cNvPr id="41" name="Segnaposto testo 12"/>
          <p:cNvSpPr>
            <a:spLocks noGrp="1"/>
          </p:cNvSpPr>
          <p:nvPr>
            <p:ph type="body" sz="quarter" idx="33" hasCustomPrompt="1"/>
          </p:nvPr>
        </p:nvSpPr>
        <p:spPr>
          <a:xfrm>
            <a:off x="2987824" y="3046598"/>
            <a:ext cx="2520280" cy="10801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600" baseline="0"/>
            </a:lvl1pPr>
          </a:lstStyle>
          <a:p>
            <a:pPr lvl="0"/>
            <a:r>
              <a:rPr lang="fr-CH" dirty="0"/>
              <a:t>Relatore</a:t>
            </a:r>
          </a:p>
        </p:txBody>
      </p:sp>
      <p:sp>
        <p:nvSpPr>
          <p:cNvPr id="42" name="Segnaposto testo 12"/>
          <p:cNvSpPr>
            <a:spLocks noGrp="1"/>
          </p:cNvSpPr>
          <p:nvPr>
            <p:ph type="body" sz="quarter" idx="34" hasCustomPrompt="1"/>
          </p:nvPr>
        </p:nvSpPr>
        <p:spPr>
          <a:xfrm>
            <a:off x="2987824" y="3208616"/>
            <a:ext cx="2520280" cy="378042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050" baseline="0"/>
            </a:lvl1pPr>
          </a:lstStyle>
          <a:p>
            <a:pPr lvl="0"/>
            <a:r>
              <a:rPr lang="fr-CH" dirty="0"/>
              <a:t>Inserire nome relatore</a:t>
            </a:r>
          </a:p>
        </p:txBody>
      </p:sp>
      <p:sp>
        <p:nvSpPr>
          <p:cNvPr id="44" name="Segnaposto testo 12"/>
          <p:cNvSpPr>
            <a:spLocks noGrp="1"/>
          </p:cNvSpPr>
          <p:nvPr>
            <p:ph type="body" sz="quarter" idx="36" hasCustomPrompt="1"/>
          </p:nvPr>
        </p:nvSpPr>
        <p:spPr>
          <a:xfrm>
            <a:off x="323528" y="4785996"/>
            <a:ext cx="2520280" cy="162018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050" baseline="0"/>
            </a:lvl1pPr>
          </a:lstStyle>
          <a:p>
            <a:pPr lvl="0"/>
            <a:r>
              <a:rPr lang="fr-CH" dirty="0"/>
              <a:t>Inserire nome committente</a:t>
            </a:r>
          </a:p>
        </p:txBody>
      </p:sp>
      <p:cxnSp>
        <p:nvCxnSpPr>
          <p:cNvPr id="45" name="Connettore 1 44"/>
          <p:cNvCxnSpPr/>
          <p:nvPr userDrawn="1"/>
        </p:nvCxnSpPr>
        <p:spPr>
          <a:xfrm>
            <a:off x="323528" y="4586782"/>
            <a:ext cx="7848872" cy="0"/>
          </a:xfrm>
          <a:prstGeom prst="line">
            <a:avLst/>
          </a:prstGeom>
          <a:ln w="63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Segnaposto testo 12"/>
          <p:cNvSpPr>
            <a:spLocks noGrp="1"/>
          </p:cNvSpPr>
          <p:nvPr>
            <p:ph type="body" sz="quarter" idx="37" hasCustomPrompt="1"/>
          </p:nvPr>
        </p:nvSpPr>
        <p:spPr>
          <a:xfrm>
            <a:off x="323528" y="4623978"/>
            <a:ext cx="2520280" cy="10801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600" baseline="0"/>
            </a:lvl1pPr>
          </a:lstStyle>
          <a:p>
            <a:pPr lvl="0"/>
            <a:r>
              <a:rPr lang="fr-CH" dirty="0"/>
              <a:t>Committente</a:t>
            </a:r>
          </a:p>
        </p:txBody>
      </p:sp>
      <p:sp>
        <p:nvSpPr>
          <p:cNvPr id="49" name="Segnaposto testo 12"/>
          <p:cNvSpPr>
            <a:spLocks noGrp="1"/>
          </p:cNvSpPr>
          <p:nvPr>
            <p:ph type="body" sz="quarter" idx="40" hasCustomPrompt="1"/>
          </p:nvPr>
        </p:nvSpPr>
        <p:spPr>
          <a:xfrm>
            <a:off x="5652120" y="3836860"/>
            <a:ext cx="2520280" cy="10801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600" baseline="0"/>
            </a:lvl1pPr>
          </a:lstStyle>
          <a:p>
            <a:pPr lvl="0"/>
            <a:r>
              <a:rPr lang="fr-CH" dirty="0"/>
              <a:t>Anno</a:t>
            </a:r>
          </a:p>
        </p:txBody>
      </p:sp>
      <p:sp>
        <p:nvSpPr>
          <p:cNvPr id="50" name="Segnaposto testo 12"/>
          <p:cNvSpPr>
            <a:spLocks noGrp="1"/>
          </p:cNvSpPr>
          <p:nvPr>
            <p:ph type="body" sz="quarter" idx="41" hasCustomPrompt="1"/>
          </p:nvPr>
        </p:nvSpPr>
        <p:spPr>
          <a:xfrm>
            <a:off x="5652120" y="3998878"/>
            <a:ext cx="2520280" cy="162018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050" baseline="0"/>
            </a:lvl1pPr>
          </a:lstStyle>
          <a:p>
            <a:pPr lvl="0"/>
            <a:r>
              <a:rPr lang="fr-CH" dirty="0"/>
              <a:t>Inserire anno</a:t>
            </a:r>
          </a:p>
        </p:txBody>
      </p:sp>
      <p:sp>
        <p:nvSpPr>
          <p:cNvPr id="22" name="Segnaposto testo 12"/>
          <p:cNvSpPr>
            <a:spLocks noGrp="1"/>
          </p:cNvSpPr>
          <p:nvPr>
            <p:ph type="body" sz="quarter" idx="42" hasCustomPrompt="1"/>
          </p:nvPr>
        </p:nvSpPr>
        <p:spPr>
          <a:xfrm>
            <a:off x="5652120" y="3046598"/>
            <a:ext cx="2520280" cy="10801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600" baseline="0"/>
            </a:lvl1pPr>
          </a:lstStyle>
          <a:p>
            <a:pPr lvl="0"/>
            <a:r>
              <a:rPr lang="fr-CH" dirty="0"/>
              <a:t>Correlatore</a:t>
            </a:r>
          </a:p>
        </p:txBody>
      </p:sp>
      <p:sp>
        <p:nvSpPr>
          <p:cNvPr id="23" name="Segnaposto testo 12"/>
          <p:cNvSpPr>
            <a:spLocks noGrp="1"/>
          </p:cNvSpPr>
          <p:nvPr>
            <p:ph type="body" sz="quarter" idx="43" hasCustomPrompt="1"/>
          </p:nvPr>
        </p:nvSpPr>
        <p:spPr>
          <a:xfrm>
            <a:off x="5652120" y="3208616"/>
            <a:ext cx="2520280" cy="378042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050" baseline="0"/>
            </a:lvl1pPr>
          </a:lstStyle>
          <a:p>
            <a:pPr lvl="0"/>
            <a:r>
              <a:rPr lang="fr-CH" dirty="0"/>
              <a:t>Inserire nome correlatore</a:t>
            </a:r>
          </a:p>
        </p:txBody>
      </p:sp>
      <p:pic>
        <p:nvPicPr>
          <p:cNvPr id="28" name="Immagine 9" descr="Modulo_SUPSI_DTI.gif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251520" y="171897"/>
            <a:ext cx="3006551" cy="1103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Segnaposto testo 12"/>
          <p:cNvSpPr>
            <a:spLocks noGrp="1"/>
          </p:cNvSpPr>
          <p:nvPr>
            <p:ph type="body" sz="quarter" idx="44" hasCustomPrompt="1"/>
          </p:nvPr>
        </p:nvSpPr>
        <p:spPr>
          <a:xfrm>
            <a:off x="2987824" y="4785996"/>
            <a:ext cx="2520280" cy="162018"/>
          </a:xfrm>
          <a:prstGeom prst="rect">
            <a:avLst/>
          </a:prstGeom>
        </p:spPr>
        <p:txBody>
          <a:bodyPr lIns="0" tIns="0" rIns="0" bIns="0"/>
          <a:lstStyle>
            <a:lvl1pPr algn="l">
              <a:buNone/>
              <a:defRPr sz="1050" baseline="0"/>
            </a:lvl1pPr>
          </a:lstStyle>
          <a:p>
            <a:pPr lvl="0"/>
            <a:r>
              <a:rPr lang="fr-CH" dirty="0"/>
              <a:t>Inserire data</a:t>
            </a:r>
          </a:p>
        </p:txBody>
      </p:sp>
      <p:sp>
        <p:nvSpPr>
          <p:cNvPr id="31" name="Segnaposto testo 12"/>
          <p:cNvSpPr>
            <a:spLocks noGrp="1"/>
          </p:cNvSpPr>
          <p:nvPr>
            <p:ph type="body" sz="quarter" idx="45" hasCustomPrompt="1"/>
          </p:nvPr>
        </p:nvSpPr>
        <p:spPr>
          <a:xfrm>
            <a:off x="2987824" y="4623978"/>
            <a:ext cx="2520280" cy="10801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None/>
              <a:defRPr sz="600" baseline="0"/>
            </a:lvl1pPr>
          </a:lstStyle>
          <a:p>
            <a:pPr lvl="0"/>
            <a:r>
              <a:rPr lang="fr-CH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0646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; tes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8" y="1736229"/>
            <a:ext cx="3816424" cy="3186354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3429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050" u="none" baseline="0"/>
            </a:lvl1pPr>
          </a:lstStyle>
          <a:p>
            <a:pPr marL="0" marR="0" lvl="0" indent="0" algn="l" defTabSz="3429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fr-CH" dirty="0"/>
              <a:t>Inserisci testo. </a:t>
            </a:r>
            <a:r>
              <a:rPr lang="it-IT" dirty="0" err="1"/>
              <a:t>Posuere</a:t>
            </a:r>
            <a:r>
              <a:rPr lang="it-IT" dirty="0"/>
              <a:t> non </a:t>
            </a:r>
            <a:r>
              <a:rPr lang="it-IT" dirty="0" err="1"/>
              <a:t>eleifend</a:t>
            </a:r>
            <a:r>
              <a:rPr lang="it-IT" dirty="0"/>
              <a:t> id, porta et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Praesent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suscipit</a:t>
            </a:r>
            <a:r>
              <a:rPr lang="it-IT" dirty="0"/>
              <a:t> magna, ut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.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habitant</a:t>
            </a:r>
            <a:r>
              <a:rPr lang="it-IT" dirty="0"/>
              <a:t> morbi </a:t>
            </a:r>
            <a:r>
              <a:rPr lang="it-IT" dirty="0" err="1"/>
              <a:t>tristique</a:t>
            </a:r>
            <a:r>
              <a:rPr lang="it-IT" dirty="0"/>
              <a:t> </a:t>
            </a:r>
            <a:r>
              <a:rPr lang="it-IT" dirty="0" err="1"/>
              <a:t>senectus</a:t>
            </a:r>
            <a:r>
              <a:rPr lang="it-IT" dirty="0"/>
              <a:t> et </a:t>
            </a:r>
            <a:r>
              <a:rPr lang="it-IT" dirty="0" err="1"/>
              <a:t>netus</a:t>
            </a:r>
            <a:r>
              <a:rPr lang="it-IT" dirty="0"/>
              <a:t> et </a:t>
            </a:r>
            <a:r>
              <a:rPr lang="it-IT" dirty="0" err="1"/>
              <a:t>malesuada</a:t>
            </a:r>
            <a:r>
              <a:rPr lang="it-IT" dirty="0"/>
              <a:t> </a:t>
            </a:r>
            <a:r>
              <a:rPr lang="it-IT" dirty="0" err="1"/>
              <a:t>fames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egestas</a:t>
            </a:r>
            <a:r>
              <a:rPr lang="it-IT" dirty="0"/>
              <a:t>. Ut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massa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id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diam</a:t>
            </a:r>
            <a:r>
              <a:rPr lang="it-IT" dirty="0"/>
              <a:t>. </a:t>
            </a:r>
            <a:r>
              <a:rPr lang="it-IT" dirty="0" err="1"/>
              <a:t>Proin</a:t>
            </a:r>
            <a:r>
              <a:rPr lang="it-IT" dirty="0"/>
              <a:t> </a:t>
            </a:r>
            <a:r>
              <a:rPr lang="it-IT" dirty="0" err="1"/>
              <a:t>dapibus</a:t>
            </a:r>
            <a:r>
              <a:rPr lang="it-IT" dirty="0"/>
              <a:t> </a:t>
            </a:r>
            <a:r>
              <a:rPr lang="it-IT" dirty="0" err="1"/>
              <a:t>sapien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urna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congue</a:t>
            </a:r>
            <a:r>
              <a:rPr lang="it-IT" dirty="0"/>
              <a:t> eros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aliquet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viverra </a:t>
            </a:r>
            <a:r>
              <a:rPr lang="it-IT" dirty="0" err="1"/>
              <a:t>dignissim</a:t>
            </a:r>
            <a:r>
              <a:rPr lang="it-IT" dirty="0"/>
              <a:t>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odio eros, </a:t>
            </a:r>
            <a:r>
              <a:rPr lang="it-IT" dirty="0" err="1"/>
              <a:t>luctus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a, </a:t>
            </a:r>
            <a:r>
              <a:rPr lang="it-IT" dirty="0" err="1"/>
              <a:t>pretium</a:t>
            </a:r>
            <a:r>
              <a:rPr lang="it-IT" dirty="0"/>
              <a:t> non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 vitae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mattis</a:t>
            </a:r>
            <a:r>
              <a:rPr lang="it-IT" dirty="0"/>
              <a:t> </a:t>
            </a:r>
            <a:r>
              <a:rPr lang="it-IT" dirty="0" err="1"/>
              <a:t>purus</a:t>
            </a:r>
            <a:r>
              <a:rPr lang="it-IT" dirty="0"/>
              <a:t>,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vehicula</a:t>
            </a:r>
            <a:r>
              <a:rPr lang="it-IT" dirty="0"/>
              <a:t> orci </a:t>
            </a:r>
            <a:r>
              <a:rPr lang="it-IT" dirty="0" err="1"/>
              <a:t>congue</a:t>
            </a:r>
            <a:r>
              <a:rPr lang="it-IT" dirty="0"/>
              <a:t> a. </a:t>
            </a:r>
            <a:r>
              <a:rPr lang="it-IT" dirty="0" err="1"/>
              <a:t>Vestibulum</a:t>
            </a:r>
            <a:r>
              <a:rPr lang="it-IT" dirty="0"/>
              <a:t> </a:t>
            </a:r>
            <a:r>
              <a:rPr lang="it-IT" dirty="0" err="1"/>
              <a:t>scelerisque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.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4" hasCustomPrompt="1"/>
          </p:nvPr>
        </p:nvSpPr>
        <p:spPr>
          <a:xfrm>
            <a:off x="323528" y="902856"/>
            <a:ext cx="7848872" cy="696786"/>
          </a:xfrm>
          <a:prstGeom prst="rect">
            <a:avLst/>
          </a:prstGeom>
        </p:spPr>
        <p:txBody>
          <a:bodyPr lIns="0" tIns="0" rIns="0" bIns="0"/>
          <a:lstStyle>
            <a:lvl1pPr marL="257175" marR="0" indent="-257175" algn="l" defTabSz="3429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25" baseline="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pPr lvl="0"/>
            <a:r>
              <a:rPr lang="fr-CH" dirty="0"/>
              <a:t>Inserisci titolo</a:t>
            </a:r>
          </a:p>
        </p:txBody>
      </p:sp>
    </p:spTree>
    <p:extLst>
      <p:ext uri="{BB962C8B-B14F-4D97-AF65-F5344CB8AC3E}">
        <p14:creationId xmlns:p14="http://schemas.microsoft.com/office/powerpoint/2010/main" val="415592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12"/>
          <p:cNvSpPr>
            <a:spLocks noGrp="1"/>
          </p:cNvSpPr>
          <p:nvPr>
            <p:ph type="body" sz="quarter" idx="15" hasCustomPrompt="1"/>
          </p:nvPr>
        </p:nvSpPr>
        <p:spPr>
          <a:xfrm>
            <a:off x="323528" y="935664"/>
            <a:ext cx="3816424" cy="3996444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3429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050" baseline="0"/>
            </a:lvl1pPr>
          </a:lstStyle>
          <a:p>
            <a:pPr marL="0" marR="0" lvl="0" indent="0" algn="l" defTabSz="3429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fr-CH" dirty="0"/>
              <a:t>Inserisci testo. </a:t>
            </a:r>
            <a:r>
              <a:rPr lang="it-IT" dirty="0" err="1"/>
              <a:t>Posuere</a:t>
            </a:r>
            <a:r>
              <a:rPr lang="it-IT" dirty="0"/>
              <a:t> non </a:t>
            </a:r>
            <a:r>
              <a:rPr lang="it-IT" dirty="0" err="1"/>
              <a:t>eleifend</a:t>
            </a:r>
            <a:r>
              <a:rPr lang="it-IT" dirty="0"/>
              <a:t> id, porta et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Praesent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suscipit</a:t>
            </a:r>
            <a:r>
              <a:rPr lang="it-IT" dirty="0"/>
              <a:t> magna, ut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.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habitant</a:t>
            </a:r>
            <a:r>
              <a:rPr lang="it-IT" dirty="0"/>
              <a:t> morbi </a:t>
            </a:r>
            <a:r>
              <a:rPr lang="it-IT" dirty="0" err="1"/>
              <a:t>tristique</a:t>
            </a:r>
            <a:r>
              <a:rPr lang="it-IT" dirty="0"/>
              <a:t> </a:t>
            </a:r>
            <a:r>
              <a:rPr lang="it-IT" dirty="0" err="1"/>
              <a:t>senectus</a:t>
            </a:r>
            <a:r>
              <a:rPr lang="it-IT" dirty="0"/>
              <a:t> et </a:t>
            </a:r>
            <a:r>
              <a:rPr lang="it-IT" dirty="0" err="1"/>
              <a:t>netus</a:t>
            </a:r>
            <a:r>
              <a:rPr lang="it-IT" dirty="0"/>
              <a:t> et </a:t>
            </a:r>
            <a:r>
              <a:rPr lang="it-IT" dirty="0" err="1"/>
              <a:t>malesuada</a:t>
            </a:r>
            <a:r>
              <a:rPr lang="it-IT" dirty="0"/>
              <a:t> </a:t>
            </a:r>
            <a:r>
              <a:rPr lang="it-IT" dirty="0" err="1"/>
              <a:t>fames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egestas</a:t>
            </a:r>
            <a:r>
              <a:rPr lang="it-IT" dirty="0"/>
              <a:t>. Ut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massa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id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diam</a:t>
            </a:r>
            <a:r>
              <a:rPr lang="it-IT" dirty="0"/>
              <a:t>. </a:t>
            </a:r>
            <a:r>
              <a:rPr lang="it-IT" dirty="0" err="1"/>
              <a:t>Proin</a:t>
            </a:r>
            <a:r>
              <a:rPr lang="it-IT" dirty="0"/>
              <a:t> </a:t>
            </a:r>
            <a:r>
              <a:rPr lang="it-IT" dirty="0" err="1"/>
              <a:t>dapibus</a:t>
            </a:r>
            <a:r>
              <a:rPr lang="it-IT" dirty="0"/>
              <a:t> </a:t>
            </a:r>
            <a:r>
              <a:rPr lang="it-IT" dirty="0" err="1"/>
              <a:t>sapien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urna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congue</a:t>
            </a:r>
            <a:r>
              <a:rPr lang="it-IT" dirty="0"/>
              <a:t> eros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aliquet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viverra </a:t>
            </a:r>
            <a:r>
              <a:rPr lang="it-IT" dirty="0" err="1"/>
              <a:t>dignissim</a:t>
            </a:r>
            <a:r>
              <a:rPr lang="it-IT" dirty="0"/>
              <a:t>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odio eros, </a:t>
            </a:r>
            <a:r>
              <a:rPr lang="it-IT" dirty="0" err="1"/>
              <a:t>luctus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a, </a:t>
            </a:r>
            <a:r>
              <a:rPr lang="it-IT" dirty="0" err="1"/>
              <a:t>pretium</a:t>
            </a:r>
            <a:r>
              <a:rPr lang="it-IT" dirty="0"/>
              <a:t> non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 vitae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mattis</a:t>
            </a:r>
            <a:r>
              <a:rPr lang="it-IT" dirty="0"/>
              <a:t> </a:t>
            </a:r>
            <a:r>
              <a:rPr lang="it-IT" dirty="0" err="1"/>
              <a:t>purus</a:t>
            </a:r>
            <a:r>
              <a:rPr lang="it-IT" dirty="0"/>
              <a:t>,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vehicula</a:t>
            </a:r>
            <a:r>
              <a:rPr lang="it-IT" dirty="0"/>
              <a:t> orci </a:t>
            </a:r>
            <a:r>
              <a:rPr lang="it-IT" dirty="0" err="1"/>
              <a:t>congue</a:t>
            </a:r>
            <a:r>
              <a:rPr lang="it-IT" dirty="0"/>
              <a:t> a. </a:t>
            </a:r>
            <a:r>
              <a:rPr lang="it-IT" dirty="0" err="1"/>
              <a:t>Vestibulum</a:t>
            </a:r>
            <a:r>
              <a:rPr lang="it-IT" dirty="0"/>
              <a:t> </a:t>
            </a:r>
            <a:r>
              <a:rPr lang="it-IT" dirty="0" err="1"/>
              <a:t>scelerisque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. </a:t>
            </a:r>
            <a:r>
              <a:rPr lang="it-IT" dirty="0" err="1"/>
              <a:t>fames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egestas</a:t>
            </a:r>
            <a:r>
              <a:rPr lang="it-IT" dirty="0"/>
              <a:t>. Ut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massa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id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diam</a:t>
            </a:r>
            <a:r>
              <a:rPr lang="it-IT" dirty="0"/>
              <a:t>. </a:t>
            </a:r>
            <a:r>
              <a:rPr lang="it-IT" dirty="0" err="1"/>
              <a:t>Proin</a:t>
            </a:r>
            <a:r>
              <a:rPr lang="it-IT" dirty="0"/>
              <a:t> </a:t>
            </a:r>
            <a:r>
              <a:rPr lang="it-IT" dirty="0" err="1"/>
              <a:t>dapibus</a:t>
            </a:r>
            <a:r>
              <a:rPr lang="it-IT" dirty="0"/>
              <a:t> </a:t>
            </a:r>
            <a:r>
              <a:rPr lang="it-IT" dirty="0" err="1"/>
              <a:t>sapien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urna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congue</a:t>
            </a:r>
            <a:r>
              <a:rPr lang="it-IT" dirty="0"/>
              <a:t> eros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aliquet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viverra </a:t>
            </a:r>
            <a:r>
              <a:rPr lang="it-IT" dirty="0" err="1"/>
              <a:t>dignissim</a:t>
            </a:r>
            <a:r>
              <a:rPr lang="it-IT" dirty="0"/>
              <a:t>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odio eros, </a:t>
            </a:r>
            <a:r>
              <a:rPr lang="it-IT" dirty="0" err="1"/>
              <a:t>luctus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a, </a:t>
            </a:r>
            <a:r>
              <a:rPr lang="it-IT" dirty="0" err="1"/>
              <a:t>pretium</a:t>
            </a:r>
            <a:r>
              <a:rPr lang="it-IT" dirty="0"/>
              <a:t> non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 vitae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mattis</a:t>
            </a:r>
            <a:r>
              <a:rPr lang="it-IT" dirty="0"/>
              <a:t> </a:t>
            </a:r>
            <a:r>
              <a:rPr lang="it-IT" dirty="0" err="1"/>
              <a:t>purus</a:t>
            </a:r>
            <a:r>
              <a:rPr lang="it-IT" dirty="0"/>
              <a:t>,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vehicula</a:t>
            </a:r>
            <a:r>
              <a:rPr lang="it-IT" dirty="0"/>
              <a:t> orci </a:t>
            </a:r>
            <a:r>
              <a:rPr lang="it-IT" dirty="0" err="1"/>
              <a:t>congue</a:t>
            </a:r>
            <a:r>
              <a:rPr lang="it-IT" dirty="0"/>
              <a:t> a. </a:t>
            </a:r>
            <a:r>
              <a:rPr lang="it-IT" dirty="0" err="1"/>
              <a:t>Vestibulum</a:t>
            </a:r>
            <a:r>
              <a:rPr lang="it-IT" dirty="0"/>
              <a:t> </a:t>
            </a:r>
            <a:r>
              <a:rPr lang="it-IT" dirty="0" err="1"/>
              <a:t>scelerisque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.</a:t>
            </a:r>
          </a:p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8065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testo; 2/3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8" y="935694"/>
            <a:ext cx="2520280" cy="399644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50" baseline="0"/>
            </a:lvl1pPr>
          </a:lstStyle>
          <a:p>
            <a:pPr lvl="0"/>
            <a:r>
              <a:rPr lang="fr-CH" dirty="0"/>
              <a:t>Inserisci testo. </a:t>
            </a:r>
            <a:r>
              <a:rPr lang="it-IT" dirty="0" err="1"/>
              <a:t>Posuere</a:t>
            </a:r>
            <a:r>
              <a:rPr lang="it-IT" dirty="0"/>
              <a:t> non </a:t>
            </a:r>
            <a:r>
              <a:rPr lang="it-IT" dirty="0" err="1"/>
              <a:t>eleifend</a:t>
            </a:r>
            <a:r>
              <a:rPr lang="it-IT" dirty="0"/>
              <a:t> id, porta et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Praesent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suscipit</a:t>
            </a:r>
            <a:r>
              <a:rPr lang="it-IT" dirty="0"/>
              <a:t> magna, ut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.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habitant</a:t>
            </a:r>
            <a:r>
              <a:rPr lang="it-IT" dirty="0"/>
              <a:t> morbi </a:t>
            </a:r>
            <a:r>
              <a:rPr lang="it-IT" dirty="0" err="1"/>
              <a:t>tristique</a:t>
            </a:r>
            <a:r>
              <a:rPr lang="it-IT" dirty="0"/>
              <a:t> </a:t>
            </a:r>
            <a:r>
              <a:rPr lang="it-IT" dirty="0" err="1"/>
              <a:t>senectus</a:t>
            </a:r>
            <a:r>
              <a:rPr lang="it-IT" dirty="0"/>
              <a:t> et </a:t>
            </a:r>
            <a:r>
              <a:rPr lang="it-IT" dirty="0" err="1"/>
              <a:t>netus</a:t>
            </a:r>
            <a:r>
              <a:rPr lang="it-IT" dirty="0"/>
              <a:t> et </a:t>
            </a:r>
            <a:r>
              <a:rPr lang="it-IT" dirty="0" err="1"/>
              <a:t>malesuada</a:t>
            </a:r>
            <a:r>
              <a:rPr lang="it-IT" dirty="0"/>
              <a:t> </a:t>
            </a:r>
            <a:r>
              <a:rPr lang="it-IT" dirty="0" err="1"/>
              <a:t>fames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egestas</a:t>
            </a:r>
            <a:r>
              <a:rPr lang="it-IT" dirty="0"/>
              <a:t>. Ut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massa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id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diam</a:t>
            </a:r>
            <a:r>
              <a:rPr lang="it-IT" dirty="0"/>
              <a:t>. </a:t>
            </a:r>
            <a:r>
              <a:rPr lang="it-IT" dirty="0" err="1"/>
              <a:t>Proin</a:t>
            </a:r>
            <a:r>
              <a:rPr lang="it-IT" dirty="0"/>
              <a:t> </a:t>
            </a:r>
            <a:r>
              <a:rPr lang="it-IT" dirty="0" err="1"/>
              <a:t>dapibus</a:t>
            </a:r>
            <a:r>
              <a:rPr lang="it-IT" dirty="0"/>
              <a:t> </a:t>
            </a:r>
            <a:r>
              <a:rPr lang="it-IT" dirty="0" err="1"/>
              <a:t>sapien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urna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congue</a:t>
            </a:r>
            <a:r>
              <a:rPr lang="it-IT" dirty="0"/>
              <a:t> eros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aliquet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viverra </a:t>
            </a:r>
            <a:r>
              <a:rPr lang="it-IT" dirty="0" err="1"/>
              <a:t>dignissim</a:t>
            </a:r>
            <a:r>
              <a:rPr lang="it-IT" dirty="0"/>
              <a:t>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odio eros, </a:t>
            </a:r>
            <a:r>
              <a:rPr lang="it-IT" dirty="0" err="1"/>
              <a:t>luctus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a, </a:t>
            </a:r>
            <a:r>
              <a:rPr lang="it-IT" dirty="0" err="1"/>
              <a:t>pretium</a:t>
            </a:r>
            <a:r>
              <a:rPr lang="it-IT" dirty="0"/>
              <a:t> non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 vitae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mattis</a:t>
            </a:r>
            <a:r>
              <a:rPr lang="it-IT" dirty="0"/>
              <a:t> </a:t>
            </a:r>
            <a:r>
              <a:rPr lang="it-IT" dirty="0" err="1"/>
              <a:t>purus</a:t>
            </a:r>
            <a:r>
              <a:rPr lang="it-IT" dirty="0"/>
              <a:t>, </a:t>
            </a:r>
            <a:r>
              <a:rPr lang="it-IT" dirty="0" err="1"/>
              <a:t>tempor</a:t>
            </a:r>
            <a:r>
              <a:rPr lang="it-IT" dirty="0"/>
              <a:t> </a:t>
            </a:r>
            <a:r>
              <a:rPr lang="it-IT" dirty="0" err="1"/>
              <a:t>vehicula</a:t>
            </a:r>
            <a:r>
              <a:rPr lang="it-IT" dirty="0"/>
              <a:t> orci </a:t>
            </a:r>
            <a:r>
              <a:rPr lang="it-IT" dirty="0" err="1"/>
              <a:t>congue</a:t>
            </a:r>
            <a:r>
              <a:rPr lang="it-IT" dirty="0"/>
              <a:t> a. </a:t>
            </a:r>
            <a:r>
              <a:rPr lang="it-IT" dirty="0" err="1"/>
              <a:t>Vestibulum</a:t>
            </a:r>
            <a:r>
              <a:rPr lang="it-IT" dirty="0"/>
              <a:t> </a:t>
            </a:r>
            <a:r>
              <a:rPr lang="it-IT" dirty="0" err="1"/>
              <a:t>scelerisque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volutpat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8599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magin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3006216"/>
            <a:ext cx="271836" cy="1911721"/>
          </a:xfrm>
          <a:prstGeom prst="rect">
            <a:avLst/>
          </a:prstGeom>
        </p:spPr>
      </p:pic>
      <p:pic>
        <p:nvPicPr>
          <p:cNvPr id="3" name="Immagine 6" descr="logo_SUPSI_acr.gif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51520" y="195486"/>
            <a:ext cx="648072" cy="199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3806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0" r:id="rId1"/>
    <p:sldLayoutId id="2147484141" r:id="rId2"/>
    <p:sldLayoutId id="2147484142" r:id="rId3"/>
    <p:sldLayoutId id="2147484143" r:id="rId4"/>
  </p:sldLayoutIdLst>
  <p:hf hdr="0" ftr="0"/>
  <p:txStyles>
    <p:titleStyle>
      <a:lvl1pPr algn="ctr" defTabSz="342900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ＭＳ Ｐゴシック" pitchFamily="-128" charset="-128"/>
          <a:cs typeface="ＭＳ Ｐゴシック" pitchFamily="-128" charset="-128"/>
        </a:defRPr>
      </a:lvl1pPr>
      <a:lvl2pPr algn="ctr" defTabSz="342900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2pPr>
      <a:lvl3pPr algn="ctr" defTabSz="342900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3pPr>
      <a:lvl4pPr algn="ctr" defTabSz="342900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4pPr>
      <a:lvl5pPr algn="ctr" defTabSz="342900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5pPr>
      <a:lvl6pPr marL="342900" algn="ctr" defTabSz="342900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6pPr>
      <a:lvl7pPr marL="685800" algn="ctr" defTabSz="342900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7pPr>
      <a:lvl8pPr marL="1028700" algn="ctr" defTabSz="342900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8pPr>
      <a:lvl9pPr marL="1371600" algn="ctr" defTabSz="342900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itchFamily="-128" charset="-52"/>
          <a:ea typeface="ＭＳ Ｐゴシック" pitchFamily="-128" charset="-128"/>
          <a:cs typeface="ＭＳ Ｐゴシック" pitchFamily="-128" charset="-128"/>
        </a:defRPr>
      </a:lvl9pPr>
    </p:titleStyle>
    <p:bodyStyle>
      <a:lvl1pPr marL="257175" indent="-257175" algn="l" defTabSz="3429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28" charset="-128"/>
          <a:cs typeface="ＭＳ Ｐゴシック" pitchFamily="-128" charset="-128"/>
        </a:defRPr>
      </a:lvl1pPr>
      <a:lvl2pPr marL="557213" indent="-214313" algn="l" defTabSz="3429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2pPr>
      <a:lvl3pPr marL="857250" indent="-171450" algn="l" defTabSz="3429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3pPr>
      <a:lvl4pPr marL="1200150" indent="-171450" algn="l" defTabSz="3429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4pPr>
      <a:lvl5pPr marL="1543050" indent="-171450" algn="l" defTabSz="3429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ＭＳ Ｐゴシック" pitchFamily="-128" charset="-128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51520" y="1367821"/>
            <a:ext cx="7848550" cy="1458162"/>
          </a:xfrm>
        </p:spPr>
        <p:txBody>
          <a:bodyPr/>
          <a:lstStyle/>
          <a:p>
            <a:r>
              <a:rPr lang="it-IT" dirty="0"/>
              <a:t>Identificazione di allucinazioni in LLMs mediante quantificazione dell'incertezza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Lorenzo Rutolo</a:t>
            </a:r>
          </a:p>
          <a:p>
            <a:r>
              <a:rPr lang="it-IT" dirty="0"/>
              <a:t>Simone Santangelo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it-IT" dirty="0"/>
              <a:t>Studente/i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it-IT" dirty="0"/>
              <a:t>Ingegneria Informatica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it-IT" dirty="0"/>
              <a:t>Corso di laurea</a:t>
            </a:r>
          </a:p>
        </p:txBody>
      </p:sp>
      <p:sp>
        <p:nvSpPr>
          <p:cNvPr id="7" name="Segnaposto testo 6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it-IT" dirty="0"/>
              <a:t>Modulo / Codice Progetto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it-IT" dirty="0"/>
              <a:t>Progetto di Semestre</a:t>
            </a:r>
          </a:p>
        </p:txBody>
      </p:sp>
      <p:sp>
        <p:nvSpPr>
          <p:cNvPr id="9" name="Segnaposto testo 8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it-IT" dirty="0"/>
              <a:t>Relatore</a:t>
            </a:r>
          </a:p>
        </p:txBody>
      </p:sp>
      <p:sp>
        <p:nvSpPr>
          <p:cNvPr id="10" name="Segnaposto testo 9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it-IT" dirty="0"/>
              <a:t>Alessandro Antonucci</a:t>
            </a:r>
          </a:p>
        </p:txBody>
      </p:sp>
      <p:sp>
        <p:nvSpPr>
          <p:cNvPr id="11" name="Segnaposto testo 10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it-IT" dirty="0"/>
              <a:t>Alessandro Antonucci</a:t>
            </a:r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it-IT" dirty="0"/>
              <a:t>Committente</a:t>
            </a:r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it-IT" dirty="0"/>
              <a:t>Anno</a:t>
            </a:r>
          </a:p>
        </p:txBody>
      </p:sp>
      <p:sp>
        <p:nvSpPr>
          <p:cNvPr id="14" name="Segnaposto testo 13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it-IT" dirty="0"/>
              <a:t>2025-2026</a:t>
            </a:r>
          </a:p>
        </p:txBody>
      </p:sp>
      <p:sp>
        <p:nvSpPr>
          <p:cNvPr id="17" name="Segnaposto testo 16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it-IT" dirty="0"/>
              <a:t>20.05.2026</a:t>
            </a:r>
          </a:p>
        </p:txBody>
      </p:sp>
      <p:sp>
        <p:nvSpPr>
          <p:cNvPr id="18" name="Segnaposto testo 17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it-IT" dirty="0"/>
              <a:t>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CF6A24-0FAB-3E03-5522-1E0922FE6AA5}"/>
              </a:ext>
            </a:extLst>
          </p:cNvPr>
          <p:cNvSpPr txBox="1"/>
          <p:nvPr/>
        </p:nvSpPr>
        <p:spPr>
          <a:xfrm>
            <a:off x="-2361537" y="-5406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110957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Rettangolo 3"/>
          <p:cNvSpPr/>
          <p:nvPr/>
        </p:nvSpPr>
        <p:spPr>
          <a:xfrm>
            <a:off x="4409982" y="1778470"/>
            <a:ext cx="2862318" cy="3132348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736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Rettangolo 2"/>
          <p:cNvSpPr/>
          <p:nvPr/>
        </p:nvSpPr>
        <p:spPr>
          <a:xfrm>
            <a:off x="4409982" y="951570"/>
            <a:ext cx="2862318" cy="3959248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9600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Rettangolo 4"/>
          <p:cNvSpPr/>
          <p:nvPr/>
        </p:nvSpPr>
        <p:spPr>
          <a:xfrm>
            <a:off x="3437874" y="951570"/>
            <a:ext cx="3834426" cy="3959248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4085732"/>
      </p:ext>
    </p:extLst>
  </p:cSld>
  <p:clrMapOvr>
    <a:masterClrMapping/>
  </p:clrMapOvr>
</p:sld>
</file>

<file path=ppt/theme/theme1.xml><?xml version="1.0" encoding="utf-8"?>
<a:theme xmlns:a="http://schemas.openxmlformats.org/drawingml/2006/main" name="PPT_StudentKit_DTI">
  <a:themeElements>
    <a:clrScheme name="SUPSI 1">
      <a:dk1>
        <a:srgbClr val="000000"/>
      </a:dk1>
      <a:lt1>
        <a:sysClr val="window" lastClr="FFFFFF"/>
      </a:lt1>
      <a:dk2>
        <a:srgbClr val="141C64"/>
      </a:dk2>
      <a:lt2>
        <a:srgbClr val="FFFFFF"/>
      </a:lt2>
      <a:accent1>
        <a:srgbClr val="141C78"/>
      </a:accent1>
      <a:accent2>
        <a:srgbClr val="2838C8"/>
      </a:accent2>
      <a:accent3>
        <a:srgbClr val="0063C8"/>
      </a:accent3>
      <a:accent4>
        <a:srgbClr val="0096FF"/>
      </a:accent4>
      <a:accent5>
        <a:srgbClr val="46A01E"/>
      </a:accent5>
      <a:accent6>
        <a:srgbClr val="8CD23C"/>
      </a:accent6>
      <a:hlink>
        <a:srgbClr val="000000"/>
      </a:hlink>
      <a:folHlink>
        <a:srgbClr val="646464"/>
      </a:folHlink>
    </a:clrScheme>
    <a:fontScheme name="SUPSI">
      <a:majorFont>
        <a:latin typeface="Times New Roman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PPT_StudentKit_DTI</Template>
  <TotalTime>5</TotalTime>
  <Words>37</Words>
  <Application>Microsoft Macintosh PowerPoint</Application>
  <PresentationFormat>On-screen Show (16:9)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Times New Roman</vt:lpstr>
      <vt:lpstr>PPT_StudentKit_DTI</vt:lpstr>
      <vt:lpstr>Identificazione di allucinazioni in LLMs mediante quantificazione dell'incertezza</vt:lpstr>
      <vt:lpstr>PowerPoint Presentation</vt:lpstr>
      <vt:lpstr>PowerPoint Presentation</vt:lpstr>
      <vt:lpstr>PowerPoint Presentation</vt:lpstr>
    </vt:vector>
  </TitlesOfParts>
  <Company>SUPSI-DTI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giofre</dc:creator>
  <cp:lastModifiedBy>Santangelo Simone</cp:lastModifiedBy>
  <cp:revision>5</cp:revision>
  <cp:lastPrinted>2012-05-23T12:47:14Z</cp:lastPrinted>
  <dcterms:created xsi:type="dcterms:W3CDTF">2012-06-06T06:29:02Z</dcterms:created>
  <dcterms:modified xsi:type="dcterms:W3CDTF">2026-04-30T16:25:25Z</dcterms:modified>
</cp:coreProperties>
</file>